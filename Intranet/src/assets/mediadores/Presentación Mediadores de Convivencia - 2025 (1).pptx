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5074BF5-77A4-448C-98EC-0F6C5E23EA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13BC41-8A88-4761-91A3-91EC31D7C5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3263" y="1790584"/>
            <a:ext cx="484604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título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5A5B1A-F03C-4862-8752-8D80062CA5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90283" y="4815280"/>
            <a:ext cx="4572000" cy="81163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4990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7495AC-7928-4158-9463-CD6B8B840D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E6622EB-EBBA-450F-918B-7F1F9BB0A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00685"/>
            <a:ext cx="10515600" cy="1325563"/>
          </a:xfrm>
        </p:spPr>
        <p:txBody>
          <a:bodyPr/>
          <a:lstStyle/>
          <a:p>
            <a:r>
              <a:rPr lang="es-ES" dirty="0"/>
              <a:t>Haga clic para modificar el 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82C551-FCD0-46D7-879A-D477CDA3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1185"/>
            <a:ext cx="10515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474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D253B-9D95-4903-95E0-7590874D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EA4D87-D1CD-4CFA-AD4B-D517409C9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0B4110-4ADB-47F3-9334-0F2ABDA0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C55784-BCC2-4054-812D-76D0028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F92A5A-2B18-4719-B4AD-B95F7492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063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715D6-736B-4C59-B3A5-2763E31C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4BA7EB-A294-4C46-A00B-30C1786FD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FDF541-24CE-4FB8-A8D4-0F565089A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D9D64B-CEF8-4610-B178-9E4E7209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7A5D12-B055-4EC8-BAB6-FF9FA42D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CD13B0-8AC5-45C0-AE05-5D3F4CD0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237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BE100-83AD-470A-B259-51DA821B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D5FDC0-2ADA-4297-B5D2-17E1D1741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17D953-CBF5-4550-AB47-976A5786F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090D7F-2BA2-45E2-9175-704EFD930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22E510-BBF5-4BAF-8098-013DF42DD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45E383-42B4-4717-BF7C-1296C2CB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D82FCD-5A14-411E-937E-1E03998D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7B28D5-A44B-4B05-B54F-FB2F5C742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768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62317-99E8-42CB-AAB7-DC8EED2D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37A486-1458-414A-8295-EB0B1B46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474F4A5-06D7-4D56-8655-CEBDFA6C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0AD4E7-A09F-4B2C-BF8F-8E2358F9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632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D17B2F6-DF6D-43B2-9D15-CFB8FD5A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E27DCD-62A8-4E5D-A34F-1F4929E4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D2584A-52F2-4420-9455-000C6D0D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791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1B93B-536F-4C2E-A3C3-FE7D60402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AC3E86-25CA-497B-8CC9-F680E849E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401067-62CA-46F0-95AF-B7AD7133C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074819-6932-4A58-A3CF-22BC7B2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CE3078-F1BF-45BE-B9CD-BCC50AF9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38D1D6-6A2F-40FC-B86E-097BADDE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925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9CF86-2FE2-4C21-BC68-29AE4194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9B54C32-E542-43DA-B1A1-F05982FAE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493AAF-9083-4328-97AF-60E17468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D72237-1A2A-4BED-9198-2FF92B32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75FA8B-C133-40AF-9CCE-A9BD2E444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7C0ED1-221E-4CCD-81E5-35E747C1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823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EE497-FB1F-41B4-8551-27D85B84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E4A416-4CA0-43A8-8E7F-409BDDF5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2BD82-62CD-4B9F-985A-6AD9A698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377136-2044-4F6D-AFE2-D4BE2BAD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6A002D-4982-4646-A185-18927301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931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9E918D-F06C-4754-9BE7-D695D9374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97EC24-97F3-4ECB-8DA7-DAF5D1334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DA1320-4A5D-40A5-9B76-1F66CC83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11A0F7-68F1-4D62-9289-F7D4E99E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2F9EE-EF77-40C3-8779-43D52E9C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733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10572B-0CD4-428C-92F0-B0081EC0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A791F0-A862-4B07-B53A-1A49B1197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0EAD66-F1AB-4CBB-9BAC-310B19F1B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42967-AB0B-4638-8972-B22234E047B8}" type="datetimeFigureOut">
              <a:rPr lang="es-CO" smtClean="0"/>
              <a:t>25/06/2025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3AA01C-4F0D-464C-A4FD-50719C866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5D1E8C-CA3F-4962-839A-812F17E91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B4D87-5944-4511-9ED4-78A61A4A12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971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28361-2394-4FAC-BFBE-903D4F1EB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33667B-EABA-4BE1-9199-6A3766BC8D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9198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8C265-01E9-4517-B4FE-6135CECF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B53D7D-73F0-4CC7-A89B-505276F3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43450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Diseño</dc:creator>
  <cp:lastModifiedBy>Usuario</cp:lastModifiedBy>
  <cp:revision>7</cp:revision>
  <dcterms:created xsi:type="dcterms:W3CDTF">2024-08-24T15:27:38Z</dcterms:created>
  <dcterms:modified xsi:type="dcterms:W3CDTF">2025-06-25T16:47:25Z</dcterms:modified>
</cp:coreProperties>
</file>
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299" r:id="rId4"/>
    <p:sldId id="279" r:id="rId5"/>
    <p:sldId id="280" r:id="rId6"/>
    <p:sldId id="281" r:id="rId7"/>
    <p:sldId id="297" r:id="rId8"/>
    <p:sldId id="298" r:id="rId9"/>
    <p:sldId id="257" r:id="rId10"/>
    <p:sldId id="282" r:id="rId11"/>
    <p:sldId id="283" r:id="rId12"/>
    <p:sldId id="284" r:id="rId13"/>
    <p:sldId id="285" r:id="rId14"/>
    <p:sldId id="286" r:id="rId15"/>
    <p:sldId id="287" r:id="rId16"/>
    <p:sldId id="288" r:id="rId17"/>
    <p:sldId id="290" r:id="rId18"/>
    <p:sldId id="291" r:id="rId19"/>
    <p:sldId id="292" r:id="rId20"/>
    <p:sldId id="293" r:id="rId21"/>
    <p:sldId id="294" r:id="rId22"/>
    <p:sldId id="295" r:id="rId23"/>
    <p:sldId id="296" r:id="rId24"/>
    <p:sldId id="301" r:id="rId25"/>
    <p:sldId id="300" r:id="rId26"/>
    <p:sldId id="260" r:id="rId27"/>
    <p:sldId id="268" r:id="rId28"/>
    <p:sldId id="270" r:id="rId29"/>
    <p:sldId id="302" r:id="rId30"/>
    <p:sldId id="275" r:id="rId31"/>
    <p:sldId id="276" r:id="rId32"/>
    <p:sldId id="277" r:id="rId33"/>
    <p:sldId id="278" r:id="rId34"/>
    <p:sldId id="267" r:id="rId3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C5D"/>
    <a:srgbClr val="B8D23A"/>
    <a:srgbClr val="E2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23A228-DFE8-407E-8F68-1E01E4655E10}" type="datetimeFigureOut">
              <a:rPr lang="es-CO" smtClean="0"/>
              <a:t>27/02/2026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724F0-BC1C-459B-B2F6-4E4E5EEBFC83}" type="slidenum">
              <a:rPr lang="es-CO" smtClean="0"/>
              <a:t>‹Nº›</a:t>
            </a:fld>
            <a:endParaRPr lang="es-CO"/>
          </a:p>
        </p:txBody>
      </p:sp>
    </p:spTree>
    <p:extLst>
      <p:ext uri="{BB962C8B-B14F-4D97-AF65-F5344CB8AC3E}">
        <p14:creationId xmlns:p14="http://schemas.microsoft.com/office/powerpoint/2010/main" val="1468391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6218d017e9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g36218d017e9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6218d017e9_1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6218d017e9_1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2968db3d7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g362968db3d7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2968db3d7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30" name="Google Shape;130;g362968db3d7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7329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2968db3d7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g362968db3d7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2674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2968db3d7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g362968db3d7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73034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C41150F-9AAF-4148-B13A-76AC275775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ítulo 1">
            <a:extLst>
              <a:ext uri="{FF2B5EF4-FFF2-40B4-BE49-F238E27FC236}">
                <a16:creationId xmlns:a16="http://schemas.microsoft.com/office/drawing/2014/main" id="{360D0072-5096-41D9-91CC-02230A267B47}"/>
              </a:ext>
            </a:extLst>
          </p:cNvPr>
          <p:cNvSpPr>
            <a:spLocks noGrp="1"/>
          </p:cNvSpPr>
          <p:nvPr>
            <p:ph type="title" hasCustomPrompt="1"/>
          </p:nvPr>
        </p:nvSpPr>
        <p:spPr>
          <a:xfrm>
            <a:off x="6909704" y="2212654"/>
            <a:ext cx="4818245" cy="2271351"/>
          </a:xfrm>
        </p:spPr>
        <p:txBody>
          <a:bodyPr>
            <a:noAutofit/>
          </a:bodyPr>
          <a:lstStyle>
            <a:lvl1pPr>
              <a:defRPr sz="4800" b="1">
                <a:solidFill>
                  <a:schemeClr val="bg1"/>
                </a:solidFill>
                <a:latin typeface="Poppins" panose="00000500000000000000" pitchFamily="2" charset="0"/>
                <a:cs typeface="Poppins" panose="00000500000000000000" pitchFamily="2" charset="0"/>
              </a:defRPr>
            </a:lvl1pPr>
          </a:lstStyle>
          <a:p>
            <a:r>
              <a:rPr lang="es-ES" dirty="0"/>
              <a:t>Haga clic para modificar el título</a:t>
            </a:r>
            <a:endParaRPr lang="es-CO" dirty="0"/>
          </a:p>
        </p:txBody>
      </p:sp>
    </p:spTree>
    <p:extLst>
      <p:ext uri="{BB962C8B-B14F-4D97-AF65-F5344CB8AC3E}">
        <p14:creationId xmlns:p14="http://schemas.microsoft.com/office/powerpoint/2010/main" val="70140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85E16886-714B-47C6-BEFB-3A7C64B4AFB8}"/>
              </a:ext>
            </a:extLst>
          </p:cNvPr>
          <p:cNvSpPr/>
          <p:nvPr userDrawn="1"/>
        </p:nvSpPr>
        <p:spPr>
          <a:xfrm>
            <a:off x="6096000" y="-1"/>
            <a:ext cx="6096000" cy="685800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7" name="Rectángulo 6">
            <a:extLst>
              <a:ext uri="{FF2B5EF4-FFF2-40B4-BE49-F238E27FC236}">
                <a16:creationId xmlns:a16="http://schemas.microsoft.com/office/drawing/2014/main" id="{740DC0D5-5448-4750-90FE-F2EB46F8AC20}"/>
              </a:ext>
            </a:extLst>
          </p:cNvPr>
          <p:cNvSpPr/>
          <p:nvPr userDrawn="1"/>
        </p:nvSpPr>
        <p:spPr>
          <a:xfrm>
            <a:off x="5640635" y="0"/>
            <a:ext cx="455365"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Marcador de posición de imagen 2">
            <a:extLst>
              <a:ext uri="{FF2B5EF4-FFF2-40B4-BE49-F238E27FC236}">
                <a16:creationId xmlns:a16="http://schemas.microsoft.com/office/drawing/2014/main" id="{5653654D-86B7-465A-B84D-587CB35AA3FE}"/>
              </a:ext>
            </a:extLst>
          </p:cNvPr>
          <p:cNvSpPr>
            <a:spLocks noGrp="1"/>
          </p:cNvSpPr>
          <p:nvPr>
            <p:ph type="pic" idx="1"/>
          </p:nvPr>
        </p:nvSpPr>
        <p:spPr>
          <a:xfrm>
            <a:off x="0" y="1"/>
            <a:ext cx="5640635"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29" name="Marcador de texto 3">
            <a:extLst>
              <a:ext uri="{FF2B5EF4-FFF2-40B4-BE49-F238E27FC236}">
                <a16:creationId xmlns:a16="http://schemas.microsoft.com/office/drawing/2014/main" id="{D39F3424-7DF8-4F95-9875-968D577AF142}"/>
              </a:ext>
            </a:extLst>
          </p:cNvPr>
          <p:cNvSpPr>
            <a:spLocks noGrp="1"/>
          </p:cNvSpPr>
          <p:nvPr>
            <p:ph type="body" sz="half" idx="13"/>
          </p:nvPr>
        </p:nvSpPr>
        <p:spPr>
          <a:xfrm>
            <a:off x="6466497" y="4022112"/>
            <a:ext cx="5355005" cy="2252509"/>
          </a:xfrm>
        </p:spPr>
        <p:txBody>
          <a:bodyPr/>
          <a:lstStyle>
            <a:lvl1pPr marL="0" indent="0">
              <a:buNone/>
              <a:defRPr sz="16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30" name="Título 1">
            <a:extLst>
              <a:ext uri="{FF2B5EF4-FFF2-40B4-BE49-F238E27FC236}">
                <a16:creationId xmlns:a16="http://schemas.microsoft.com/office/drawing/2014/main" id="{696DA961-C9AF-470E-A0A6-B3C6337DFA2A}"/>
              </a:ext>
            </a:extLst>
          </p:cNvPr>
          <p:cNvSpPr>
            <a:spLocks noGrp="1"/>
          </p:cNvSpPr>
          <p:nvPr>
            <p:ph type="title"/>
          </p:nvPr>
        </p:nvSpPr>
        <p:spPr>
          <a:xfrm>
            <a:off x="6466497" y="1910592"/>
            <a:ext cx="5355004" cy="1822508"/>
          </a:xfrm>
        </p:spPr>
        <p:txBody>
          <a:bodyPr anchor="b">
            <a:normAutofit/>
          </a:bodyPr>
          <a:lstStyle>
            <a:lvl1pPr>
              <a:defRPr sz="4000" b="1">
                <a:solidFill>
                  <a:srgbClr val="215C5D"/>
                </a:solidFill>
                <a:latin typeface="Poppins" panose="00000500000000000000" pitchFamily="2" charset="0"/>
                <a:cs typeface="Poppins" panose="00000500000000000000" pitchFamily="2" charset="0"/>
              </a:defRPr>
            </a:lvl1pPr>
          </a:lstStyle>
          <a:p>
            <a:r>
              <a:rPr lang="es-ES" dirty="0"/>
              <a:t>Haga clic para modificar el estilo de título del patrón</a:t>
            </a:r>
            <a:endParaRPr lang="es-CO" dirty="0"/>
          </a:p>
        </p:txBody>
      </p:sp>
      <p:grpSp>
        <p:nvGrpSpPr>
          <p:cNvPr id="31" name="Grupo 30">
            <a:extLst>
              <a:ext uri="{FF2B5EF4-FFF2-40B4-BE49-F238E27FC236}">
                <a16:creationId xmlns:a16="http://schemas.microsoft.com/office/drawing/2014/main" id="{4596860C-5964-44EA-B532-B23DF34AD4B3}"/>
              </a:ext>
            </a:extLst>
          </p:cNvPr>
          <p:cNvGrpSpPr/>
          <p:nvPr userDrawn="1"/>
        </p:nvGrpSpPr>
        <p:grpSpPr>
          <a:xfrm>
            <a:off x="10095581" y="-2"/>
            <a:ext cx="2096419" cy="1910593"/>
            <a:chOff x="10095581" y="249471"/>
            <a:chExt cx="2096419" cy="1910593"/>
          </a:xfrm>
        </p:grpSpPr>
        <p:sp>
          <p:nvSpPr>
            <p:cNvPr id="32" name="Rectángulo 31">
              <a:extLst>
                <a:ext uri="{FF2B5EF4-FFF2-40B4-BE49-F238E27FC236}">
                  <a16:creationId xmlns:a16="http://schemas.microsoft.com/office/drawing/2014/main" id="{A80A8553-CEB3-432D-8C74-72BAC5DB6E2A}"/>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Elipse 32">
              <a:extLst>
                <a:ext uri="{FF2B5EF4-FFF2-40B4-BE49-F238E27FC236}">
                  <a16:creationId xmlns:a16="http://schemas.microsoft.com/office/drawing/2014/main" id="{9C190B05-268F-4DE6-9526-CD7EAD0774D5}"/>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4" name="Imagen 33">
              <a:extLst>
                <a:ext uri="{FF2B5EF4-FFF2-40B4-BE49-F238E27FC236}">
                  <a16:creationId xmlns:a16="http://schemas.microsoft.com/office/drawing/2014/main" id="{740CB95F-4E43-49AE-BB06-273EBE352A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Tree>
    <p:extLst>
      <p:ext uri="{BB962C8B-B14F-4D97-AF65-F5344CB8AC3E}">
        <p14:creationId xmlns:p14="http://schemas.microsoft.com/office/powerpoint/2010/main" val="876059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15273C4-8E49-4210-A2B7-43686A7E8AEA}"/>
              </a:ext>
            </a:extLst>
          </p:cNvPr>
          <p:cNvSpPr/>
          <p:nvPr userDrawn="1"/>
        </p:nvSpPr>
        <p:spPr>
          <a:xfrm>
            <a:off x="0" y="-1"/>
            <a:ext cx="4960883" cy="685800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Rectángulo 8">
            <a:extLst>
              <a:ext uri="{FF2B5EF4-FFF2-40B4-BE49-F238E27FC236}">
                <a16:creationId xmlns:a16="http://schemas.microsoft.com/office/drawing/2014/main" id="{0ED029E7-A1CA-4CA5-9D83-6A60706ADAFA}"/>
              </a:ext>
            </a:extLst>
          </p:cNvPr>
          <p:cNvSpPr/>
          <p:nvPr userDrawn="1"/>
        </p:nvSpPr>
        <p:spPr>
          <a:xfrm>
            <a:off x="4960883" y="0"/>
            <a:ext cx="483476"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6" name="Grupo 15">
            <a:extLst>
              <a:ext uri="{FF2B5EF4-FFF2-40B4-BE49-F238E27FC236}">
                <a16:creationId xmlns:a16="http://schemas.microsoft.com/office/drawing/2014/main" id="{89D20E5D-A12F-49C6-A702-E4550875BCB7}"/>
              </a:ext>
            </a:extLst>
          </p:cNvPr>
          <p:cNvGrpSpPr/>
          <p:nvPr userDrawn="1"/>
        </p:nvGrpSpPr>
        <p:grpSpPr>
          <a:xfrm>
            <a:off x="0" y="36428"/>
            <a:ext cx="2081367" cy="1910593"/>
            <a:chOff x="683016" y="-168973"/>
            <a:chExt cx="2081367" cy="1910593"/>
          </a:xfrm>
        </p:grpSpPr>
        <p:grpSp>
          <p:nvGrpSpPr>
            <p:cNvPr id="17" name="Grupo 16">
              <a:extLst>
                <a:ext uri="{FF2B5EF4-FFF2-40B4-BE49-F238E27FC236}">
                  <a16:creationId xmlns:a16="http://schemas.microsoft.com/office/drawing/2014/main" id="{DEEAC17A-E8E8-4384-B468-A1BBF75EDC20}"/>
                </a:ext>
              </a:extLst>
            </p:cNvPr>
            <p:cNvGrpSpPr/>
            <p:nvPr/>
          </p:nvGrpSpPr>
          <p:grpSpPr>
            <a:xfrm>
              <a:off x="683016" y="230469"/>
              <a:ext cx="2081367" cy="1111711"/>
              <a:chOff x="683016" y="230469"/>
              <a:chExt cx="2081367" cy="1111711"/>
            </a:xfrm>
          </p:grpSpPr>
          <p:sp>
            <p:nvSpPr>
              <p:cNvPr id="19" name="Rectángulo 18">
                <a:extLst>
                  <a:ext uri="{FF2B5EF4-FFF2-40B4-BE49-F238E27FC236}">
                    <a16:creationId xmlns:a16="http://schemas.microsoft.com/office/drawing/2014/main" id="{286D6AFC-205D-4D90-8606-D7D5ABC916A1}"/>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2F1151E0-199E-44FC-9903-615F9439E8CE}"/>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8" name="Imagen 17">
              <a:extLst>
                <a:ext uri="{FF2B5EF4-FFF2-40B4-BE49-F238E27FC236}">
                  <a16:creationId xmlns:a16="http://schemas.microsoft.com/office/drawing/2014/main" id="{983CD10B-C791-4EBF-99DF-A55E217B9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sp>
        <p:nvSpPr>
          <p:cNvPr id="21" name="Título 1">
            <a:extLst>
              <a:ext uri="{FF2B5EF4-FFF2-40B4-BE49-F238E27FC236}">
                <a16:creationId xmlns:a16="http://schemas.microsoft.com/office/drawing/2014/main" id="{AAEC56E7-3073-4A2C-AB8B-1B9F5F89F2BC}"/>
              </a:ext>
            </a:extLst>
          </p:cNvPr>
          <p:cNvSpPr>
            <a:spLocks noGrp="1"/>
          </p:cNvSpPr>
          <p:nvPr>
            <p:ph type="title" hasCustomPrompt="1"/>
          </p:nvPr>
        </p:nvSpPr>
        <p:spPr>
          <a:xfrm>
            <a:off x="430618" y="1762788"/>
            <a:ext cx="3495922" cy="2271351"/>
          </a:xfrm>
        </p:spPr>
        <p:txBody>
          <a:bodyPr>
            <a:normAutofit/>
          </a:bodyPr>
          <a:lstStyle>
            <a:lvl1pPr>
              <a:defRPr sz="4000" b="1">
                <a:solidFill>
                  <a:srgbClr val="215C5D"/>
                </a:solidFill>
                <a:latin typeface="Poppins" panose="00000500000000000000" pitchFamily="2" charset="0"/>
                <a:cs typeface="Poppins" panose="00000500000000000000" pitchFamily="2" charset="0"/>
              </a:defRPr>
            </a:lvl1pPr>
          </a:lstStyle>
          <a:p>
            <a:r>
              <a:rPr lang="es-ES" dirty="0"/>
              <a:t>Haga clic para modificar el título</a:t>
            </a:r>
            <a:endParaRPr lang="es-CO" dirty="0"/>
          </a:p>
        </p:txBody>
      </p:sp>
      <p:sp>
        <p:nvSpPr>
          <p:cNvPr id="22" name="Marcador de texto 3">
            <a:extLst>
              <a:ext uri="{FF2B5EF4-FFF2-40B4-BE49-F238E27FC236}">
                <a16:creationId xmlns:a16="http://schemas.microsoft.com/office/drawing/2014/main" id="{F945509F-638A-404D-806A-D56F481B3679}"/>
              </a:ext>
            </a:extLst>
          </p:cNvPr>
          <p:cNvSpPr>
            <a:spLocks noGrp="1"/>
          </p:cNvSpPr>
          <p:nvPr>
            <p:ph type="body" sz="half" idx="13"/>
          </p:nvPr>
        </p:nvSpPr>
        <p:spPr>
          <a:xfrm>
            <a:off x="430618" y="4319815"/>
            <a:ext cx="3495922" cy="2252509"/>
          </a:xfrm>
        </p:spPr>
        <p:txBody>
          <a:bodyPr/>
          <a:lstStyle>
            <a:lvl1pPr marL="0" indent="0">
              <a:buNone/>
              <a:defRPr sz="16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23" name="Marcador de posición de imagen 2">
            <a:extLst>
              <a:ext uri="{FF2B5EF4-FFF2-40B4-BE49-F238E27FC236}">
                <a16:creationId xmlns:a16="http://schemas.microsoft.com/office/drawing/2014/main" id="{F5588B9F-3913-4483-9FCA-CB011EFAEF79}"/>
              </a:ext>
            </a:extLst>
          </p:cNvPr>
          <p:cNvSpPr>
            <a:spLocks noGrp="1"/>
          </p:cNvSpPr>
          <p:nvPr>
            <p:ph type="pic" idx="1"/>
          </p:nvPr>
        </p:nvSpPr>
        <p:spPr>
          <a:xfrm>
            <a:off x="5444358" y="1"/>
            <a:ext cx="674764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Tree>
    <p:extLst>
      <p:ext uri="{BB962C8B-B14F-4D97-AF65-F5344CB8AC3E}">
        <p14:creationId xmlns:p14="http://schemas.microsoft.com/office/powerpoint/2010/main" val="2685310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B522594-E383-40AE-A4B4-9B9CAD65FF35}"/>
              </a:ext>
            </a:extLst>
          </p:cNvPr>
          <p:cNvSpPr/>
          <p:nvPr userDrawn="1"/>
        </p:nvSpPr>
        <p:spPr>
          <a:xfrm>
            <a:off x="0" y="-1"/>
            <a:ext cx="3699641" cy="6858001"/>
          </a:xfrm>
          <a:prstGeom prst="rect">
            <a:avLst/>
          </a:prstGeom>
          <a:solidFill>
            <a:srgbClr val="215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Rectángulo 8">
            <a:extLst>
              <a:ext uri="{FF2B5EF4-FFF2-40B4-BE49-F238E27FC236}">
                <a16:creationId xmlns:a16="http://schemas.microsoft.com/office/drawing/2014/main" id="{86ECBF87-44F7-4E25-9B0F-FA390D72DEE9}"/>
              </a:ext>
            </a:extLst>
          </p:cNvPr>
          <p:cNvSpPr/>
          <p:nvPr userDrawn="1"/>
        </p:nvSpPr>
        <p:spPr>
          <a:xfrm>
            <a:off x="3699641" y="-2"/>
            <a:ext cx="483476"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0" name="Grupo 9">
            <a:extLst>
              <a:ext uri="{FF2B5EF4-FFF2-40B4-BE49-F238E27FC236}">
                <a16:creationId xmlns:a16="http://schemas.microsoft.com/office/drawing/2014/main" id="{5FB30064-9A74-4A33-8133-2858FFCFEDB6}"/>
              </a:ext>
            </a:extLst>
          </p:cNvPr>
          <p:cNvGrpSpPr/>
          <p:nvPr userDrawn="1"/>
        </p:nvGrpSpPr>
        <p:grpSpPr>
          <a:xfrm>
            <a:off x="0" y="36428"/>
            <a:ext cx="2081367" cy="1910593"/>
            <a:chOff x="683016" y="-168973"/>
            <a:chExt cx="2081367" cy="1910593"/>
          </a:xfrm>
        </p:grpSpPr>
        <p:grpSp>
          <p:nvGrpSpPr>
            <p:cNvPr id="11" name="Grupo 10">
              <a:extLst>
                <a:ext uri="{FF2B5EF4-FFF2-40B4-BE49-F238E27FC236}">
                  <a16:creationId xmlns:a16="http://schemas.microsoft.com/office/drawing/2014/main" id="{9689FC42-EF6F-4BAA-B692-3321C5A17F09}"/>
                </a:ext>
              </a:extLst>
            </p:cNvPr>
            <p:cNvGrpSpPr/>
            <p:nvPr/>
          </p:nvGrpSpPr>
          <p:grpSpPr>
            <a:xfrm>
              <a:off x="683016" y="230469"/>
              <a:ext cx="2081367" cy="1111711"/>
              <a:chOff x="683016" y="230469"/>
              <a:chExt cx="2081367" cy="1111711"/>
            </a:xfrm>
          </p:grpSpPr>
          <p:sp>
            <p:nvSpPr>
              <p:cNvPr id="13" name="Rectángulo 12">
                <a:extLst>
                  <a:ext uri="{FF2B5EF4-FFF2-40B4-BE49-F238E27FC236}">
                    <a16:creationId xmlns:a16="http://schemas.microsoft.com/office/drawing/2014/main" id="{2089ABF4-B180-428E-A84F-6860EE5D8E2B}"/>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Elipse 13">
                <a:extLst>
                  <a:ext uri="{FF2B5EF4-FFF2-40B4-BE49-F238E27FC236}">
                    <a16:creationId xmlns:a16="http://schemas.microsoft.com/office/drawing/2014/main" id="{752F7544-6502-4783-9228-FC7E564E4B21}"/>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2" name="Imagen 11">
              <a:extLst>
                <a:ext uri="{FF2B5EF4-FFF2-40B4-BE49-F238E27FC236}">
                  <a16:creationId xmlns:a16="http://schemas.microsoft.com/office/drawing/2014/main" id="{6122F02C-8C5C-42E7-94EB-750D9BEB8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sp>
        <p:nvSpPr>
          <p:cNvPr id="15" name="Marcador de posición de imagen 2">
            <a:extLst>
              <a:ext uri="{FF2B5EF4-FFF2-40B4-BE49-F238E27FC236}">
                <a16:creationId xmlns:a16="http://schemas.microsoft.com/office/drawing/2014/main" id="{F292455E-BEBA-43BE-AA0E-D2069B9203BC}"/>
              </a:ext>
            </a:extLst>
          </p:cNvPr>
          <p:cNvSpPr>
            <a:spLocks noGrp="1"/>
          </p:cNvSpPr>
          <p:nvPr>
            <p:ph type="pic" idx="1"/>
          </p:nvPr>
        </p:nvSpPr>
        <p:spPr>
          <a:xfrm>
            <a:off x="4183118" y="1"/>
            <a:ext cx="8008882"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16" name="Título 1">
            <a:extLst>
              <a:ext uri="{FF2B5EF4-FFF2-40B4-BE49-F238E27FC236}">
                <a16:creationId xmlns:a16="http://schemas.microsoft.com/office/drawing/2014/main" id="{1164873D-9FD4-4B31-8BC2-EA37FD4B8587}"/>
              </a:ext>
            </a:extLst>
          </p:cNvPr>
          <p:cNvSpPr>
            <a:spLocks noGrp="1"/>
          </p:cNvSpPr>
          <p:nvPr>
            <p:ph type="title" hasCustomPrompt="1"/>
          </p:nvPr>
        </p:nvSpPr>
        <p:spPr>
          <a:xfrm>
            <a:off x="458008" y="2156441"/>
            <a:ext cx="2736884" cy="1882796"/>
          </a:xfrm>
        </p:spPr>
        <p:txBody>
          <a:bodyPr>
            <a:normAutofit/>
          </a:bodyPr>
          <a:lstStyle>
            <a:lvl1pPr>
              <a:defRPr sz="2800" b="1">
                <a:solidFill>
                  <a:schemeClr val="bg1"/>
                </a:solidFill>
                <a:latin typeface="Poppins" panose="00000500000000000000" pitchFamily="2" charset="0"/>
                <a:cs typeface="Poppins" panose="00000500000000000000" pitchFamily="2" charset="0"/>
              </a:defRPr>
            </a:lvl1pPr>
          </a:lstStyle>
          <a:p>
            <a:r>
              <a:rPr lang="es-ES" dirty="0"/>
              <a:t>Haga clic para modificar el título</a:t>
            </a:r>
            <a:endParaRPr lang="es-CO" dirty="0"/>
          </a:p>
        </p:txBody>
      </p:sp>
      <p:sp>
        <p:nvSpPr>
          <p:cNvPr id="17" name="Marcador de texto 3">
            <a:extLst>
              <a:ext uri="{FF2B5EF4-FFF2-40B4-BE49-F238E27FC236}">
                <a16:creationId xmlns:a16="http://schemas.microsoft.com/office/drawing/2014/main" id="{79E4FA6E-ED09-4EA6-BC56-9B6F30180BED}"/>
              </a:ext>
            </a:extLst>
          </p:cNvPr>
          <p:cNvSpPr>
            <a:spLocks noGrp="1"/>
          </p:cNvSpPr>
          <p:nvPr>
            <p:ph type="body" sz="half" idx="13"/>
          </p:nvPr>
        </p:nvSpPr>
        <p:spPr>
          <a:xfrm>
            <a:off x="458009" y="4182521"/>
            <a:ext cx="2736884" cy="2239609"/>
          </a:xfrm>
        </p:spPr>
        <p:txBody>
          <a:bodyPr/>
          <a:lstStyle>
            <a:lvl1pPr marL="0" indent="0">
              <a:buNone/>
              <a:defRPr sz="1600">
                <a:solidFill>
                  <a:schemeClr val="bg1"/>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Tree>
    <p:extLst>
      <p:ext uri="{BB962C8B-B14F-4D97-AF65-F5344CB8AC3E}">
        <p14:creationId xmlns:p14="http://schemas.microsoft.com/office/powerpoint/2010/main" val="3479852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4E5A6BA-6015-43C0-92D3-490DD27F0627}"/>
              </a:ext>
            </a:extLst>
          </p:cNvPr>
          <p:cNvSpPr/>
          <p:nvPr userDrawn="1"/>
        </p:nvSpPr>
        <p:spPr>
          <a:xfrm>
            <a:off x="4120055" y="0"/>
            <a:ext cx="252249"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8D650350-2571-4CE0-AC54-2B38042B57E7}"/>
              </a:ext>
            </a:extLst>
          </p:cNvPr>
          <p:cNvSpPr/>
          <p:nvPr userDrawn="1"/>
        </p:nvSpPr>
        <p:spPr>
          <a:xfrm>
            <a:off x="0" y="0"/>
            <a:ext cx="412005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7" name="Rectángulo 6">
            <a:extLst>
              <a:ext uri="{FF2B5EF4-FFF2-40B4-BE49-F238E27FC236}">
                <a16:creationId xmlns:a16="http://schemas.microsoft.com/office/drawing/2014/main" id="{716F4413-6055-4F87-BC07-DBC95CDA55AE}"/>
              </a:ext>
            </a:extLst>
          </p:cNvPr>
          <p:cNvSpPr/>
          <p:nvPr userDrawn="1"/>
        </p:nvSpPr>
        <p:spPr>
          <a:xfrm>
            <a:off x="0" y="3929835"/>
            <a:ext cx="4120056" cy="2928166"/>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6" name="Título 1">
            <a:extLst>
              <a:ext uri="{FF2B5EF4-FFF2-40B4-BE49-F238E27FC236}">
                <a16:creationId xmlns:a16="http://schemas.microsoft.com/office/drawing/2014/main" id="{2B5DFF0D-9D49-4F75-BAA0-9E7B2A04484D}"/>
              </a:ext>
            </a:extLst>
          </p:cNvPr>
          <p:cNvSpPr>
            <a:spLocks noGrp="1"/>
          </p:cNvSpPr>
          <p:nvPr>
            <p:ph type="title" hasCustomPrompt="1"/>
          </p:nvPr>
        </p:nvSpPr>
        <p:spPr>
          <a:xfrm>
            <a:off x="430618" y="1526993"/>
            <a:ext cx="3495922" cy="2271351"/>
          </a:xfrm>
        </p:spPr>
        <p:txBody>
          <a:bodyPr>
            <a:normAutofit/>
          </a:bodyPr>
          <a:lstStyle>
            <a:lvl1pPr>
              <a:defRPr sz="4000" b="1">
                <a:solidFill>
                  <a:srgbClr val="215C5D"/>
                </a:solidFill>
                <a:latin typeface="Poppins" panose="00000500000000000000" pitchFamily="2" charset="0"/>
                <a:cs typeface="Poppins" panose="00000500000000000000" pitchFamily="2" charset="0"/>
              </a:defRPr>
            </a:lvl1pPr>
          </a:lstStyle>
          <a:p>
            <a:r>
              <a:rPr lang="es-ES" dirty="0"/>
              <a:t>Haga clic para modificar el título</a:t>
            </a:r>
            <a:endParaRPr lang="es-CO" dirty="0"/>
          </a:p>
        </p:txBody>
      </p:sp>
      <p:sp>
        <p:nvSpPr>
          <p:cNvPr id="17" name="Marcador de texto 3">
            <a:extLst>
              <a:ext uri="{FF2B5EF4-FFF2-40B4-BE49-F238E27FC236}">
                <a16:creationId xmlns:a16="http://schemas.microsoft.com/office/drawing/2014/main" id="{03898B2C-2603-41DE-BFD1-7D4D9584EDD6}"/>
              </a:ext>
            </a:extLst>
          </p:cNvPr>
          <p:cNvSpPr>
            <a:spLocks noGrp="1"/>
          </p:cNvSpPr>
          <p:nvPr>
            <p:ph type="body" sz="half" idx="13"/>
          </p:nvPr>
        </p:nvSpPr>
        <p:spPr>
          <a:xfrm>
            <a:off x="430618" y="4167402"/>
            <a:ext cx="3495922" cy="2252509"/>
          </a:xfrm>
        </p:spPr>
        <p:txBody>
          <a:bodyPr/>
          <a:lstStyle>
            <a:lvl1pPr marL="0" indent="0">
              <a:buNone/>
              <a:defRPr sz="16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18" name="Marcador de posición de imagen 2">
            <a:extLst>
              <a:ext uri="{FF2B5EF4-FFF2-40B4-BE49-F238E27FC236}">
                <a16:creationId xmlns:a16="http://schemas.microsoft.com/office/drawing/2014/main" id="{23104C22-DAB3-4990-9821-CB23E9B5F1D0}"/>
              </a:ext>
            </a:extLst>
          </p:cNvPr>
          <p:cNvSpPr>
            <a:spLocks noGrp="1"/>
          </p:cNvSpPr>
          <p:nvPr>
            <p:ph type="pic" idx="1"/>
          </p:nvPr>
        </p:nvSpPr>
        <p:spPr>
          <a:xfrm>
            <a:off x="4372304" y="1"/>
            <a:ext cx="7819696"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pic>
        <p:nvPicPr>
          <p:cNvPr id="19" name="Imagen 18">
            <a:extLst>
              <a:ext uri="{FF2B5EF4-FFF2-40B4-BE49-F238E27FC236}">
                <a16:creationId xmlns:a16="http://schemas.microsoft.com/office/drawing/2014/main" id="{F5BA94C9-BF46-427A-BDEA-57B9DBEDF4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50" y="-171312"/>
            <a:ext cx="2136229" cy="2136229"/>
          </a:xfrm>
          <a:prstGeom prst="rect">
            <a:avLst/>
          </a:prstGeom>
        </p:spPr>
      </p:pic>
    </p:spTree>
    <p:extLst>
      <p:ext uri="{BB962C8B-B14F-4D97-AF65-F5344CB8AC3E}">
        <p14:creationId xmlns:p14="http://schemas.microsoft.com/office/powerpoint/2010/main" val="3295568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y texto vertical">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6D5AE205-C549-42E4-8557-88C5016336EE}"/>
              </a:ext>
            </a:extLst>
          </p:cNvPr>
          <p:cNvSpPr/>
          <p:nvPr userDrawn="1"/>
        </p:nvSpPr>
        <p:spPr>
          <a:xfrm>
            <a:off x="3657601" y="4372304"/>
            <a:ext cx="2532992" cy="2485696"/>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Rectángulo 7">
            <a:extLst>
              <a:ext uri="{FF2B5EF4-FFF2-40B4-BE49-F238E27FC236}">
                <a16:creationId xmlns:a16="http://schemas.microsoft.com/office/drawing/2014/main" id="{C9BE2D78-3089-4018-BF28-4E387C554EC9}"/>
              </a:ext>
            </a:extLst>
          </p:cNvPr>
          <p:cNvSpPr/>
          <p:nvPr userDrawn="1"/>
        </p:nvSpPr>
        <p:spPr>
          <a:xfrm>
            <a:off x="6584731" y="4372304"/>
            <a:ext cx="2532992" cy="2485696"/>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2653E66F-1EC0-4217-9996-93D289FA7039}"/>
              </a:ext>
            </a:extLst>
          </p:cNvPr>
          <p:cNvSpPr/>
          <p:nvPr userDrawn="1"/>
        </p:nvSpPr>
        <p:spPr>
          <a:xfrm>
            <a:off x="9511861" y="4372304"/>
            <a:ext cx="2532992" cy="2485696"/>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D0B90A51-BA77-42C3-B15C-F54DEA1DE738}"/>
              </a:ext>
            </a:extLst>
          </p:cNvPr>
          <p:cNvSpPr/>
          <p:nvPr userDrawn="1"/>
        </p:nvSpPr>
        <p:spPr>
          <a:xfrm>
            <a:off x="6190593" y="4372305"/>
            <a:ext cx="394138" cy="2485696"/>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Rectángulo 10">
            <a:extLst>
              <a:ext uri="{FF2B5EF4-FFF2-40B4-BE49-F238E27FC236}">
                <a16:creationId xmlns:a16="http://schemas.microsoft.com/office/drawing/2014/main" id="{3262912D-EECB-45EC-BD83-E3721B7E56AB}"/>
              </a:ext>
            </a:extLst>
          </p:cNvPr>
          <p:cNvSpPr/>
          <p:nvPr userDrawn="1"/>
        </p:nvSpPr>
        <p:spPr>
          <a:xfrm>
            <a:off x="9117723" y="4372304"/>
            <a:ext cx="394138" cy="2485696"/>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11">
            <a:extLst>
              <a:ext uri="{FF2B5EF4-FFF2-40B4-BE49-F238E27FC236}">
                <a16:creationId xmlns:a16="http://schemas.microsoft.com/office/drawing/2014/main" id="{821921BC-0D2C-4FF8-BF7E-6C2ED82AC5DB}"/>
              </a:ext>
            </a:extLst>
          </p:cNvPr>
          <p:cNvSpPr/>
          <p:nvPr userDrawn="1"/>
        </p:nvSpPr>
        <p:spPr>
          <a:xfrm>
            <a:off x="12044853" y="4372304"/>
            <a:ext cx="147146" cy="2485696"/>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2" name="Imagen 21">
            <a:extLst>
              <a:ext uri="{FF2B5EF4-FFF2-40B4-BE49-F238E27FC236}">
                <a16:creationId xmlns:a16="http://schemas.microsoft.com/office/drawing/2014/main" id="{59C987FE-5F34-45C2-B218-7A123C2EB9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0768" y="4792576"/>
            <a:ext cx="2136229" cy="2136229"/>
          </a:xfrm>
          <a:prstGeom prst="rect">
            <a:avLst/>
          </a:prstGeom>
        </p:spPr>
      </p:pic>
      <p:sp>
        <p:nvSpPr>
          <p:cNvPr id="25" name="Marcador de posición de imagen 2">
            <a:extLst>
              <a:ext uri="{FF2B5EF4-FFF2-40B4-BE49-F238E27FC236}">
                <a16:creationId xmlns:a16="http://schemas.microsoft.com/office/drawing/2014/main" id="{4EDBF6B7-3A92-4E34-8989-FCC2491C5ED3}"/>
              </a:ext>
            </a:extLst>
          </p:cNvPr>
          <p:cNvSpPr>
            <a:spLocks noGrp="1"/>
          </p:cNvSpPr>
          <p:nvPr>
            <p:ph type="pic" idx="1"/>
          </p:nvPr>
        </p:nvSpPr>
        <p:spPr>
          <a:xfrm>
            <a:off x="3666167" y="0"/>
            <a:ext cx="2522680" cy="437230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26" name="Marcador de posición de imagen 2">
            <a:extLst>
              <a:ext uri="{FF2B5EF4-FFF2-40B4-BE49-F238E27FC236}">
                <a16:creationId xmlns:a16="http://schemas.microsoft.com/office/drawing/2014/main" id="{BB48AA47-77F1-4D67-9299-94621463F342}"/>
              </a:ext>
            </a:extLst>
          </p:cNvPr>
          <p:cNvSpPr>
            <a:spLocks noGrp="1"/>
          </p:cNvSpPr>
          <p:nvPr>
            <p:ph type="pic" idx="10"/>
          </p:nvPr>
        </p:nvSpPr>
        <p:spPr>
          <a:xfrm>
            <a:off x="6584731" y="0"/>
            <a:ext cx="2522680" cy="43599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27" name="Marcador de posición de imagen 2">
            <a:extLst>
              <a:ext uri="{FF2B5EF4-FFF2-40B4-BE49-F238E27FC236}">
                <a16:creationId xmlns:a16="http://schemas.microsoft.com/office/drawing/2014/main" id="{CE2FCBC5-D9B8-4B23-AD67-DB5F181D15F1}"/>
              </a:ext>
            </a:extLst>
          </p:cNvPr>
          <p:cNvSpPr>
            <a:spLocks noGrp="1"/>
          </p:cNvSpPr>
          <p:nvPr>
            <p:ph type="pic" idx="11"/>
          </p:nvPr>
        </p:nvSpPr>
        <p:spPr>
          <a:xfrm>
            <a:off x="9522173" y="6178"/>
            <a:ext cx="2522680" cy="43599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28" name="Título 1">
            <a:extLst>
              <a:ext uri="{FF2B5EF4-FFF2-40B4-BE49-F238E27FC236}">
                <a16:creationId xmlns:a16="http://schemas.microsoft.com/office/drawing/2014/main" id="{5A864870-DC98-4361-870C-9B0546863282}"/>
              </a:ext>
            </a:extLst>
          </p:cNvPr>
          <p:cNvSpPr>
            <a:spLocks noGrp="1"/>
          </p:cNvSpPr>
          <p:nvPr>
            <p:ph type="title" hasCustomPrompt="1"/>
          </p:nvPr>
        </p:nvSpPr>
        <p:spPr>
          <a:xfrm>
            <a:off x="293147" y="342757"/>
            <a:ext cx="3097326" cy="2271351"/>
          </a:xfrm>
        </p:spPr>
        <p:txBody>
          <a:bodyPr>
            <a:normAutofit/>
          </a:bodyPr>
          <a:lstStyle>
            <a:lvl1pPr>
              <a:defRPr sz="4000" b="1">
                <a:solidFill>
                  <a:srgbClr val="215C5D"/>
                </a:solidFill>
                <a:latin typeface="Poppins" panose="00000500000000000000" pitchFamily="2" charset="0"/>
                <a:cs typeface="Poppins" panose="00000500000000000000" pitchFamily="2" charset="0"/>
              </a:defRPr>
            </a:lvl1pPr>
          </a:lstStyle>
          <a:p>
            <a:r>
              <a:rPr lang="es-ES" dirty="0"/>
              <a:t>Haga clic para modificar el título</a:t>
            </a:r>
            <a:endParaRPr lang="es-CO" dirty="0"/>
          </a:p>
        </p:txBody>
      </p:sp>
      <p:sp>
        <p:nvSpPr>
          <p:cNvPr id="29" name="Marcador de texto 3">
            <a:extLst>
              <a:ext uri="{FF2B5EF4-FFF2-40B4-BE49-F238E27FC236}">
                <a16:creationId xmlns:a16="http://schemas.microsoft.com/office/drawing/2014/main" id="{DAAF4F0E-4D8C-4E04-B576-B3CD0B1FEFB7}"/>
              </a:ext>
            </a:extLst>
          </p:cNvPr>
          <p:cNvSpPr>
            <a:spLocks noGrp="1"/>
          </p:cNvSpPr>
          <p:nvPr>
            <p:ph type="body" sz="half" idx="13"/>
          </p:nvPr>
        </p:nvSpPr>
        <p:spPr>
          <a:xfrm>
            <a:off x="289797" y="2745027"/>
            <a:ext cx="3097327" cy="2412600"/>
          </a:xfrm>
        </p:spPr>
        <p:txBody>
          <a:bodyPr/>
          <a:lstStyle>
            <a:lvl1pPr marL="0" indent="0">
              <a:buNone/>
              <a:defRPr sz="16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33" name="Marcador de texto 3">
            <a:extLst>
              <a:ext uri="{FF2B5EF4-FFF2-40B4-BE49-F238E27FC236}">
                <a16:creationId xmlns:a16="http://schemas.microsoft.com/office/drawing/2014/main" id="{88BDBA2A-E387-44E2-B128-6CF69940FAE0}"/>
              </a:ext>
            </a:extLst>
          </p:cNvPr>
          <p:cNvSpPr>
            <a:spLocks noGrp="1"/>
          </p:cNvSpPr>
          <p:nvPr>
            <p:ph type="body" sz="half" idx="14"/>
          </p:nvPr>
        </p:nvSpPr>
        <p:spPr>
          <a:xfrm>
            <a:off x="3863083" y="5533742"/>
            <a:ext cx="2159436" cy="661575"/>
          </a:xfrm>
        </p:spPr>
        <p:txBody>
          <a:bodyPr>
            <a:normAutofit/>
          </a:bodyPr>
          <a:lstStyle>
            <a:lvl1pPr marL="0" indent="0" algn="ctr">
              <a:buNone/>
              <a:defRPr sz="14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37" name="Marcador de texto 3">
            <a:extLst>
              <a:ext uri="{FF2B5EF4-FFF2-40B4-BE49-F238E27FC236}">
                <a16:creationId xmlns:a16="http://schemas.microsoft.com/office/drawing/2014/main" id="{C50E1079-E395-4C3B-8E20-5B7A3C23CDD4}"/>
              </a:ext>
            </a:extLst>
          </p:cNvPr>
          <p:cNvSpPr>
            <a:spLocks noGrp="1"/>
          </p:cNvSpPr>
          <p:nvPr>
            <p:ph type="body" sz="half" idx="15"/>
          </p:nvPr>
        </p:nvSpPr>
        <p:spPr>
          <a:xfrm>
            <a:off x="6736174" y="5533742"/>
            <a:ext cx="2159436" cy="661575"/>
          </a:xfrm>
        </p:spPr>
        <p:txBody>
          <a:bodyPr>
            <a:normAutofit/>
          </a:bodyPr>
          <a:lstStyle>
            <a:lvl1pPr marL="0" indent="0" algn="ctr">
              <a:buNone/>
              <a:defRPr sz="14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39" name="Marcador de texto 3">
            <a:extLst>
              <a:ext uri="{FF2B5EF4-FFF2-40B4-BE49-F238E27FC236}">
                <a16:creationId xmlns:a16="http://schemas.microsoft.com/office/drawing/2014/main" id="{3AD0500C-3207-4430-939E-275A8DBA4AB4}"/>
              </a:ext>
            </a:extLst>
          </p:cNvPr>
          <p:cNvSpPr>
            <a:spLocks noGrp="1"/>
          </p:cNvSpPr>
          <p:nvPr>
            <p:ph type="body" sz="half" idx="16"/>
          </p:nvPr>
        </p:nvSpPr>
        <p:spPr>
          <a:xfrm>
            <a:off x="9699836" y="5533742"/>
            <a:ext cx="2159436" cy="661575"/>
          </a:xfrm>
        </p:spPr>
        <p:txBody>
          <a:bodyPr>
            <a:normAutofit/>
          </a:bodyPr>
          <a:lstStyle>
            <a:lvl1pPr marL="0" indent="0" algn="ctr">
              <a:buNone/>
              <a:defRPr sz="14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41" name="Marcador de texto 3">
            <a:extLst>
              <a:ext uri="{FF2B5EF4-FFF2-40B4-BE49-F238E27FC236}">
                <a16:creationId xmlns:a16="http://schemas.microsoft.com/office/drawing/2014/main" id="{705A3F37-8998-4FA1-977A-8C7BEFCD7B2F}"/>
              </a:ext>
            </a:extLst>
          </p:cNvPr>
          <p:cNvSpPr>
            <a:spLocks noGrp="1"/>
          </p:cNvSpPr>
          <p:nvPr>
            <p:ph type="body" sz="half" idx="17" hasCustomPrompt="1"/>
          </p:nvPr>
        </p:nvSpPr>
        <p:spPr>
          <a:xfrm>
            <a:off x="3844379" y="4634232"/>
            <a:ext cx="2178140" cy="661575"/>
          </a:xfrm>
        </p:spPr>
        <p:txBody>
          <a:bodyPr>
            <a:noAutofit/>
          </a:bodyPr>
          <a:lstStyle>
            <a:lvl1pPr marL="0" indent="0" algn="ctr">
              <a:buNone/>
              <a:defRPr sz="1700" b="1">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subtítulo aquí</a:t>
            </a:r>
          </a:p>
        </p:txBody>
      </p:sp>
      <p:sp>
        <p:nvSpPr>
          <p:cNvPr id="42" name="Marcador de texto 3">
            <a:extLst>
              <a:ext uri="{FF2B5EF4-FFF2-40B4-BE49-F238E27FC236}">
                <a16:creationId xmlns:a16="http://schemas.microsoft.com/office/drawing/2014/main" id="{34619C1F-E287-473A-9056-886D1992A535}"/>
              </a:ext>
            </a:extLst>
          </p:cNvPr>
          <p:cNvSpPr>
            <a:spLocks noGrp="1"/>
          </p:cNvSpPr>
          <p:nvPr>
            <p:ph type="body" sz="half" idx="18" hasCustomPrompt="1"/>
          </p:nvPr>
        </p:nvSpPr>
        <p:spPr>
          <a:xfrm>
            <a:off x="6736174" y="4611457"/>
            <a:ext cx="2178140" cy="661575"/>
          </a:xfrm>
        </p:spPr>
        <p:txBody>
          <a:bodyPr>
            <a:noAutofit/>
          </a:bodyPr>
          <a:lstStyle>
            <a:lvl1pPr marL="0" indent="0" algn="ctr">
              <a:buNone/>
              <a:defRPr sz="1700" b="1">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subtítulo aquí</a:t>
            </a:r>
          </a:p>
        </p:txBody>
      </p:sp>
      <p:sp>
        <p:nvSpPr>
          <p:cNvPr id="43" name="Marcador de texto 3">
            <a:extLst>
              <a:ext uri="{FF2B5EF4-FFF2-40B4-BE49-F238E27FC236}">
                <a16:creationId xmlns:a16="http://schemas.microsoft.com/office/drawing/2014/main" id="{637D263E-8D96-4791-8112-2589F03AE41E}"/>
              </a:ext>
            </a:extLst>
          </p:cNvPr>
          <p:cNvSpPr>
            <a:spLocks noGrp="1"/>
          </p:cNvSpPr>
          <p:nvPr>
            <p:ph type="body" sz="half" idx="19" hasCustomPrompt="1"/>
          </p:nvPr>
        </p:nvSpPr>
        <p:spPr>
          <a:xfrm>
            <a:off x="9689287" y="4611458"/>
            <a:ext cx="2178140" cy="661575"/>
          </a:xfrm>
        </p:spPr>
        <p:txBody>
          <a:bodyPr>
            <a:noAutofit/>
          </a:bodyPr>
          <a:lstStyle>
            <a:lvl1pPr marL="0" indent="0" algn="ctr">
              <a:buNone/>
              <a:defRPr sz="1700" b="1">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subtítulo aquí</a:t>
            </a:r>
          </a:p>
        </p:txBody>
      </p:sp>
    </p:spTree>
    <p:extLst>
      <p:ext uri="{BB962C8B-B14F-4D97-AF65-F5344CB8AC3E}">
        <p14:creationId xmlns:p14="http://schemas.microsoft.com/office/powerpoint/2010/main" val="1546771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47" name="Imagen 46">
            <a:extLst>
              <a:ext uri="{FF2B5EF4-FFF2-40B4-BE49-F238E27FC236}">
                <a16:creationId xmlns:a16="http://schemas.microsoft.com/office/drawing/2014/main" id="{0276881B-5994-4053-96C3-F1E0E61743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32" name="Rectángulo 31">
            <a:extLst>
              <a:ext uri="{FF2B5EF4-FFF2-40B4-BE49-F238E27FC236}">
                <a16:creationId xmlns:a16="http://schemas.microsoft.com/office/drawing/2014/main" id="{49AEC64B-208C-4A87-89F6-7D12269069CB}"/>
              </a:ext>
            </a:extLst>
          </p:cNvPr>
          <p:cNvSpPr/>
          <p:nvPr userDrawn="1"/>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Rectángulo 32">
            <a:extLst>
              <a:ext uri="{FF2B5EF4-FFF2-40B4-BE49-F238E27FC236}">
                <a16:creationId xmlns:a16="http://schemas.microsoft.com/office/drawing/2014/main" id="{1AA40563-048A-446C-A6AD-7E528119F9F8}"/>
              </a:ext>
            </a:extLst>
          </p:cNvPr>
          <p:cNvSpPr/>
          <p:nvPr userDrawn="1"/>
        </p:nvSpPr>
        <p:spPr>
          <a:xfrm>
            <a:off x="893332" y="3078603"/>
            <a:ext cx="10405336" cy="3779396"/>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7" name="Imagen 36">
            <a:extLst>
              <a:ext uri="{FF2B5EF4-FFF2-40B4-BE49-F238E27FC236}">
                <a16:creationId xmlns:a16="http://schemas.microsoft.com/office/drawing/2014/main" id="{B71DEC80-8B6F-492B-87C8-FFD5A842920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38" name="Imagen 37">
            <a:extLst>
              <a:ext uri="{FF2B5EF4-FFF2-40B4-BE49-F238E27FC236}">
                <a16:creationId xmlns:a16="http://schemas.microsoft.com/office/drawing/2014/main" id="{9CEEC828-357D-4135-B7FB-7ACAE0A5B35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39" name="Grupo 38">
            <a:extLst>
              <a:ext uri="{FF2B5EF4-FFF2-40B4-BE49-F238E27FC236}">
                <a16:creationId xmlns:a16="http://schemas.microsoft.com/office/drawing/2014/main" id="{2D014A66-4F32-49DE-AE23-7F50D658B3F1}"/>
              </a:ext>
            </a:extLst>
          </p:cNvPr>
          <p:cNvGrpSpPr/>
          <p:nvPr userDrawn="1"/>
        </p:nvGrpSpPr>
        <p:grpSpPr>
          <a:xfrm>
            <a:off x="10095581" y="134790"/>
            <a:ext cx="2096419" cy="1910593"/>
            <a:chOff x="10095581" y="249471"/>
            <a:chExt cx="2096419" cy="1910593"/>
          </a:xfrm>
        </p:grpSpPr>
        <p:sp>
          <p:nvSpPr>
            <p:cNvPr id="40" name="Rectángulo 39">
              <a:extLst>
                <a:ext uri="{FF2B5EF4-FFF2-40B4-BE49-F238E27FC236}">
                  <a16:creationId xmlns:a16="http://schemas.microsoft.com/office/drawing/2014/main" id="{70FC1B2F-69D5-4DF6-BF6E-6751930100A6}"/>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Elipse 40">
              <a:extLst>
                <a:ext uri="{FF2B5EF4-FFF2-40B4-BE49-F238E27FC236}">
                  <a16:creationId xmlns:a16="http://schemas.microsoft.com/office/drawing/2014/main" id="{7FDA8568-17A2-4A30-BACA-81973AE4FA9C}"/>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2" name="Imagen 41">
              <a:extLst>
                <a:ext uri="{FF2B5EF4-FFF2-40B4-BE49-F238E27FC236}">
                  <a16:creationId xmlns:a16="http://schemas.microsoft.com/office/drawing/2014/main" id="{8D21A555-DFF6-480D-9130-B4CC3339F2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3" name="Marcador de texto 2">
            <a:extLst>
              <a:ext uri="{FF2B5EF4-FFF2-40B4-BE49-F238E27FC236}">
                <a16:creationId xmlns:a16="http://schemas.microsoft.com/office/drawing/2014/main" id="{02268873-B8BC-47F5-8587-A7A3F64E7D9E}"/>
              </a:ext>
            </a:extLst>
          </p:cNvPr>
          <p:cNvSpPr>
            <a:spLocks noGrp="1"/>
          </p:cNvSpPr>
          <p:nvPr>
            <p:ph type="body" idx="1"/>
          </p:nvPr>
        </p:nvSpPr>
        <p:spPr>
          <a:xfrm>
            <a:off x="5084826" y="4386198"/>
            <a:ext cx="5825953" cy="2261134"/>
          </a:xfrm>
        </p:spPr>
        <p:txBody>
          <a:bodyPr>
            <a:normAutofit/>
          </a:bodyPr>
          <a:lstStyle>
            <a:lvl1pPr marL="0" indent="0">
              <a:buNone/>
              <a:defRPr sz="1600">
                <a:solidFill>
                  <a:srgbClr val="215C5D"/>
                </a:solidFill>
                <a:latin typeface="Poppins" panose="00000500000000000000" pitchFamily="2" charset="0"/>
                <a:cs typeface="Poppins"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Editar los estilos de texto del patrón</a:t>
            </a:r>
          </a:p>
        </p:txBody>
      </p:sp>
      <p:sp>
        <p:nvSpPr>
          <p:cNvPr id="44" name="Marcador de texto 2">
            <a:extLst>
              <a:ext uri="{FF2B5EF4-FFF2-40B4-BE49-F238E27FC236}">
                <a16:creationId xmlns:a16="http://schemas.microsoft.com/office/drawing/2014/main" id="{74D612FB-261A-4C9C-A1CD-4D7AF1610FB4}"/>
              </a:ext>
            </a:extLst>
          </p:cNvPr>
          <p:cNvSpPr>
            <a:spLocks noGrp="1"/>
          </p:cNvSpPr>
          <p:nvPr>
            <p:ph type="body" idx="10"/>
          </p:nvPr>
        </p:nvSpPr>
        <p:spPr>
          <a:xfrm>
            <a:off x="5084826" y="3360555"/>
            <a:ext cx="5825953" cy="875914"/>
          </a:xfrm>
        </p:spPr>
        <p:txBody>
          <a:bodyPr/>
          <a:lstStyle>
            <a:lvl1pPr marL="0" indent="0">
              <a:buNone/>
              <a:defRPr sz="2400" b="1">
                <a:solidFill>
                  <a:srgbClr val="215C5D"/>
                </a:solidFill>
                <a:latin typeface="Poppins" panose="00000500000000000000" pitchFamily="2" charset="0"/>
                <a:cs typeface="Poppins"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Editar los estilos de texto del patrón</a:t>
            </a:r>
          </a:p>
        </p:txBody>
      </p:sp>
      <p:sp>
        <p:nvSpPr>
          <p:cNvPr id="45" name="Título 1">
            <a:extLst>
              <a:ext uri="{FF2B5EF4-FFF2-40B4-BE49-F238E27FC236}">
                <a16:creationId xmlns:a16="http://schemas.microsoft.com/office/drawing/2014/main" id="{B33F5EAD-C46E-40C4-89A3-91B07A781A5C}"/>
              </a:ext>
            </a:extLst>
          </p:cNvPr>
          <p:cNvSpPr>
            <a:spLocks noGrp="1"/>
          </p:cNvSpPr>
          <p:nvPr>
            <p:ph type="title"/>
          </p:nvPr>
        </p:nvSpPr>
        <p:spPr>
          <a:xfrm>
            <a:off x="1281221" y="3360556"/>
            <a:ext cx="3454584" cy="3324690"/>
          </a:xfrm>
        </p:spPr>
        <p:txBody>
          <a:bodyPr anchor="b">
            <a:normAutofit/>
          </a:bodyPr>
          <a:lstStyle>
            <a:lvl1pPr>
              <a:defRPr sz="4000" b="1">
                <a:solidFill>
                  <a:srgbClr val="215C5D"/>
                </a:solidFill>
                <a:latin typeface="Poppins" panose="00000500000000000000" pitchFamily="2" charset="0"/>
                <a:cs typeface="Poppins" panose="00000500000000000000" pitchFamily="2" charset="0"/>
              </a:defRPr>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377487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0A1C87F-5873-4AB3-9526-11B855E66A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37"/>
            <a:ext cx="12318123" cy="8212082"/>
          </a:xfrm>
          <a:prstGeom prst="rect">
            <a:avLst/>
          </a:prstGeom>
        </p:spPr>
      </p:pic>
      <p:sp>
        <p:nvSpPr>
          <p:cNvPr id="9" name="Rectángulo 8">
            <a:extLst>
              <a:ext uri="{FF2B5EF4-FFF2-40B4-BE49-F238E27FC236}">
                <a16:creationId xmlns:a16="http://schemas.microsoft.com/office/drawing/2014/main" id="{3CB0DAF4-B413-44A4-A061-19D9C9EA915E}"/>
              </a:ext>
            </a:extLst>
          </p:cNvPr>
          <p:cNvSpPr/>
          <p:nvPr userDrawn="1"/>
        </p:nvSpPr>
        <p:spPr>
          <a:xfrm>
            <a:off x="0" y="0"/>
            <a:ext cx="6577070" cy="2963537"/>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70784075-9547-47D5-B0F4-53677A052F98}"/>
              </a:ext>
            </a:extLst>
          </p:cNvPr>
          <p:cNvSpPr/>
          <p:nvPr userDrawn="1"/>
        </p:nvSpPr>
        <p:spPr>
          <a:xfrm>
            <a:off x="4946573" y="0"/>
            <a:ext cx="6577070" cy="5585552"/>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4" name="Grupo 13">
            <a:extLst>
              <a:ext uri="{FF2B5EF4-FFF2-40B4-BE49-F238E27FC236}">
                <a16:creationId xmlns:a16="http://schemas.microsoft.com/office/drawing/2014/main" id="{ECFD64A0-1307-431C-B056-489F23A8E4BE}"/>
              </a:ext>
            </a:extLst>
          </p:cNvPr>
          <p:cNvGrpSpPr/>
          <p:nvPr userDrawn="1"/>
        </p:nvGrpSpPr>
        <p:grpSpPr>
          <a:xfrm>
            <a:off x="0" y="4739220"/>
            <a:ext cx="2081367" cy="1910593"/>
            <a:chOff x="683016" y="-168973"/>
            <a:chExt cx="2081367" cy="1910593"/>
          </a:xfrm>
        </p:grpSpPr>
        <p:grpSp>
          <p:nvGrpSpPr>
            <p:cNvPr id="15" name="Grupo 14">
              <a:extLst>
                <a:ext uri="{FF2B5EF4-FFF2-40B4-BE49-F238E27FC236}">
                  <a16:creationId xmlns:a16="http://schemas.microsoft.com/office/drawing/2014/main" id="{B726380E-57C7-4BB8-B6D7-D4476E5CE4ED}"/>
                </a:ext>
              </a:extLst>
            </p:cNvPr>
            <p:cNvGrpSpPr/>
            <p:nvPr/>
          </p:nvGrpSpPr>
          <p:grpSpPr>
            <a:xfrm>
              <a:off x="683016" y="230469"/>
              <a:ext cx="2081367" cy="1111711"/>
              <a:chOff x="683016" y="230469"/>
              <a:chExt cx="2081367" cy="1111711"/>
            </a:xfrm>
          </p:grpSpPr>
          <p:sp>
            <p:nvSpPr>
              <p:cNvPr id="17" name="Rectángulo 16">
                <a:extLst>
                  <a:ext uri="{FF2B5EF4-FFF2-40B4-BE49-F238E27FC236}">
                    <a16:creationId xmlns:a16="http://schemas.microsoft.com/office/drawing/2014/main" id="{41FC8D20-846F-4129-958F-D4BA3A2263EA}"/>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Elipse 17">
                <a:extLst>
                  <a:ext uri="{FF2B5EF4-FFF2-40B4-BE49-F238E27FC236}">
                    <a16:creationId xmlns:a16="http://schemas.microsoft.com/office/drawing/2014/main" id="{22239667-94DB-4F73-BAEA-942BF6ED1521}"/>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6" name="Imagen 15">
              <a:extLst>
                <a:ext uri="{FF2B5EF4-FFF2-40B4-BE49-F238E27FC236}">
                  <a16:creationId xmlns:a16="http://schemas.microsoft.com/office/drawing/2014/main" id="{A183E77A-1658-4199-9855-A38ECDA8C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sp>
        <p:nvSpPr>
          <p:cNvPr id="2" name="Título 1">
            <a:extLst>
              <a:ext uri="{FF2B5EF4-FFF2-40B4-BE49-F238E27FC236}">
                <a16:creationId xmlns:a16="http://schemas.microsoft.com/office/drawing/2014/main" id="{D99D809B-4C0B-457C-A1A9-760732876C45}"/>
              </a:ext>
            </a:extLst>
          </p:cNvPr>
          <p:cNvSpPr>
            <a:spLocks noGrp="1"/>
          </p:cNvSpPr>
          <p:nvPr>
            <p:ph type="title"/>
          </p:nvPr>
        </p:nvSpPr>
        <p:spPr>
          <a:xfrm>
            <a:off x="293146" y="342757"/>
            <a:ext cx="4818245" cy="2271351"/>
          </a:xfrm>
        </p:spPr>
        <p:txBody>
          <a:bodyPr>
            <a:normAutofit/>
          </a:bodyPr>
          <a:lstStyle>
            <a:lvl1pPr>
              <a:defRPr sz="4000" b="1">
                <a:solidFill>
                  <a:srgbClr val="215C5D"/>
                </a:solidFill>
                <a:latin typeface="Poppins" panose="00000500000000000000" pitchFamily="2" charset="0"/>
                <a:cs typeface="Poppins" panose="00000500000000000000" pitchFamily="2" charset="0"/>
              </a:defRPr>
            </a:lvl1pPr>
          </a:lstStyle>
          <a:p>
            <a:r>
              <a:rPr lang="es-ES" dirty="0"/>
              <a:t>Haga clic para modificar el estilo de título del patrón</a:t>
            </a:r>
            <a:endParaRPr lang="es-CO" dirty="0"/>
          </a:p>
        </p:txBody>
      </p:sp>
      <p:sp>
        <p:nvSpPr>
          <p:cNvPr id="4" name="Marcador de contenido 3">
            <a:extLst>
              <a:ext uri="{FF2B5EF4-FFF2-40B4-BE49-F238E27FC236}">
                <a16:creationId xmlns:a16="http://schemas.microsoft.com/office/drawing/2014/main" id="{92AF2810-4323-4A84-B56F-9403B508BEA5}"/>
              </a:ext>
            </a:extLst>
          </p:cNvPr>
          <p:cNvSpPr>
            <a:spLocks noGrp="1"/>
          </p:cNvSpPr>
          <p:nvPr>
            <p:ph sz="half" idx="2"/>
          </p:nvPr>
        </p:nvSpPr>
        <p:spPr>
          <a:xfrm>
            <a:off x="5381126" y="2931069"/>
            <a:ext cx="5355005" cy="2431228"/>
          </a:xfrm>
        </p:spPr>
        <p:txBody>
          <a:bodyPr>
            <a:normAutofit/>
          </a:bodyPr>
          <a:lstStyle>
            <a:lvl1pPr>
              <a:buClr>
                <a:srgbClr val="B8D23A"/>
              </a:buClr>
              <a:defRPr sz="1800">
                <a:solidFill>
                  <a:srgbClr val="215C5D"/>
                </a:solidFill>
                <a:latin typeface="Poppins" panose="00000500000000000000" pitchFamily="2" charset="0"/>
                <a:cs typeface="Poppins" panose="00000500000000000000" pitchFamily="2" charset="0"/>
              </a:defRPr>
            </a:lvl1pPr>
            <a:lvl2pPr>
              <a:buClr>
                <a:srgbClr val="B8D23A"/>
              </a:buClr>
              <a:defRPr sz="1800">
                <a:solidFill>
                  <a:srgbClr val="215C5D"/>
                </a:solidFill>
                <a:latin typeface="Poppins" panose="00000500000000000000" pitchFamily="2" charset="0"/>
                <a:cs typeface="Poppins" panose="00000500000000000000" pitchFamily="2" charset="0"/>
              </a:defRPr>
            </a:lvl2pPr>
            <a:lvl3pPr>
              <a:buClr>
                <a:srgbClr val="B8D23A"/>
              </a:buClr>
              <a:defRPr sz="1800">
                <a:solidFill>
                  <a:srgbClr val="215C5D"/>
                </a:solidFill>
                <a:latin typeface="Poppins" panose="00000500000000000000" pitchFamily="2" charset="0"/>
                <a:cs typeface="Poppins" panose="00000500000000000000" pitchFamily="2" charset="0"/>
              </a:defRPr>
            </a:lvl3pPr>
            <a:lvl4pPr>
              <a:buClr>
                <a:srgbClr val="B8D23A"/>
              </a:buClr>
              <a:defRPr sz="1800">
                <a:solidFill>
                  <a:srgbClr val="215C5D"/>
                </a:solidFill>
                <a:latin typeface="Poppins" panose="00000500000000000000" pitchFamily="2" charset="0"/>
                <a:cs typeface="Poppins" panose="00000500000000000000" pitchFamily="2" charset="0"/>
              </a:defRPr>
            </a:lvl4pPr>
            <a:lvl5pPr>
              <a:buClr>
                <a:srgbClr val="B8D23A"/>
              </a:buClr>
              <a:defRPr sz="1800">
                <a:solidFill>
                  <a:srgbClr val="215C5D"/>
                </a:solidFill>
                <a:latin typeface="Poppins" panose="00000500000000000000" pitchFamily="2" charset="0"/>
                <a:cs typeface="Poppins" panose="00000500000000000000" pitchFamily="2" charset="0"/>
              </a:defRPr>
            </a:lvl5p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20" name="Marcador de texto 3">
            <a:extLst>
              <a:ext uri="{FF2B5EF4-FFF2-40B4-BE49-F238E27FC236}">
                <a16:creationId xmlns:a16="http://schemas.microsoft.com/office/drawing/2014/main" id="{351859F1-6A68-4D30-B843-245A96B02FEF}"/>
              </a:ext>
            </a:extLst>
          </p:cNvPr>
          <p:cNvSpPr>
            <a:spLocks noGrp="1"/>
          </p:cNvSpPr>
          <p:nvPr>
            <p:ph type="body" sz="half" idx="13"/>
          </p:nvPr>
        </p:nvSpPr>
        <p:spPr>
          <a:xfrm>
            <a:off x="5381126" y="361599"/>
            <a:ext cx="5355005" cy="2252509"/>
          </a:xfrm>
        </p:spPr>
        <p:txBody>
          <a:bodyPr/>
          <a:lstStyle>
            <a:lvl1pPr marL="0" indent="0">
              <a:buNone/>
              <a:defRPr sz="1600">
                <a:solidFill>
                  <a:srgbClr val="215C5D"/>
                </a:solidFill>
                <a:latin typeface="Poppins" panose="00000500000000000000" pitchFamily="2" charset="0"/>
                <a:cs typeface="Poppins"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21" name="Rectángulo 20">
            <a:extLst>
              <a:ext uri="{FF2B5EF4-FFF2-40B4-BE49-F238E27FC236}">
                <a16:creationId xmlns:a16="http://schemas.microsoft.com/office/drawing/2014/main" id="{A62BB4DB-9A06-48FA-88F9-CA99F8D9461E}"/>
              </a:ext>
            </a:extLst>
          </p:cNvPr>
          <p:cNvSpPr/>
          <p:nvPr userDrawn="1"/>
        </p:nvSpPr>
        <p:spPr>
          <a:xfrm>
            <a:off x="11523644" y="0"/>
            <a:ext cx="794480" cy="2963537"/>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2" name="Imagen 21">
            <a:extLst>
              <a:ext uri="{FF2B5EF4-FFF2-40B4-BE49-F238E27FC236}">
                <a16:creationId xmlns:a16="http://schemas.microsoft.com/office/drawing/2014/main" id="{2C55BC27-5F8F-435C-AD42-3C169B4BD53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548155" y="1665590"/>
            <a:ext cx="769968" cy="1297947"/>
          </a:xfrm>
          <a:prstGeom prst="rect">
            <a:avLst/>
          </a:prstGeom>
        </p:spPr>
      </p:pic>
    </p:spTree>
    <p:extLst>
      <p:ext uri="{BB962C8B-B14F-4D97-AF65-F5344CB8AC3E}">
        <p14:creationId xmlns:p14="http://schemas.microsoft.com/office/powerpoint/2010/main" val="1162268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6" name="Marcador de título 1">
            <a:extLst>
              <a:ext uri="{FF2B5EF4-FFF2-40B4-BE49-F238E27FC236}">
                <a16:creationId xmlns:a16="http://schemas.microsoft.com/office/drawing/2014/main" id="{9727B543-E577-41EB-89A2-9E3DB70E04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
        <p:nvSpPr>
          <p:cNvPr id="27" name="Marcador de texto 2">
            <a:extLst>
              <a:ext uri="{FF2B5EF4-FFF2-40B4-BE49-F238E27FC236}">
                <a16:creationId xmlns:a16="http://schemas.microsoft.com/office/drawing/2014/main" id="{CD769BC7-1FFC-46C2-876C-5FE1F7D4643F}"/>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272016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982FCF-E70C-4A93-9EA4-FB4C9C6AF89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CFFBD19-30D9-41FD-8A00-0388853CE6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Editar los estilos de texto del patrón</a:t>
            </a:r>
          </a:p>
        </p:txBody>
      </p:sp>
      <p:sp>
        <p:nvSpPr>
          <p:cNvPr id="4" name="Marcador de contenido 3">
            <a:extLst>
              <a:ext uri="{FF2B5EF4-FFF2-40B4-BE49-F238E27FC236}">
                <a16:creationId xmlns:a16="http://schemas.microsoft.com/office/drawing/2014/main" id="{DBA512D7-36FF-40FE-9017-CABC0E7D995B}"/>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80C464C0-A432-4B3A-B9C6-9C5F3AAF73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50969654-0CD0-4AE8-8533-5CC8423ECBA4}"/>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B90399B-8858-4C39-B89D-AC57950015C3}"/>
              </a:ext>
            </a:extLst>
          </p:cNvPr>
          <p:cNvSpPr>
            <a:spLocks noGrp="1"/>
          </p:cNvSpPr>
          <p:nvPr>
            <p:ph type="dt" sz="half" idx="10"/>
          </p:nvPr>
        </p:nvSpPr>
        <p:spPr/>
        <p:txBody>
          <a:bodyPr/>
          <a:lstStyle/>
          <a:p>
            <a:fld id="{EDBE6798-35CB-4C6E-A9F6-3A529622DEE8}" type="datetimeFigureOut">
              <a:rPr lang="es-CO" smtClean="0"/>
              <a:t>27/02/2026</a:t>
            </a:fld>
            <a:endParaRPr lang="es-CO"/>
          </a:p>
        </p:txBody>
      </p:sp>
      <p:sp>
        <p:nvSpPr>
          <p:cNvPr id="8" name="Marcador de pie de página 7">
            <a:extLst>
              <a:ext uri="{FF2B5EF4-FFF2-40B4-BE49-F238E27FC236}">
                <a16:creationId xmlns:a16="http://schemas.microsoft.com/office/drawing/2014/main" id="{2B3BD200-1790-4A4F-B1EC-24B06E1AE24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2B41835-D268-4E27-AEE2-89038B30100D}"/>
              </a:ext>
            </a:extLst>
          </p:cNvPr>
          <p:cNvSpPr>
            <a:spLocks noGrp="1"/>
          </p:cNvSpPr>
          <p:nvPr>
            <p:ph type="sldNum" sz="quarter" idx="12"/>
          </p:nvPr>
        </p:nvSpPr>
        <p:spPr/>
        <p:txBody>
          <a:bodyPr/>
          <a:lstStyle/>
          <a:p>
            <a:fld id="{209C96EC-5575-4511-B4B0-5DB30A408E03}" type="slidenum">
              <a:rPr lang="es-CO" smtClean="0"/>
              <a:t>‹Nº›</a:t>
            </a:fld>
            <a:endParaRPr lang="es-CO"/>
          </a:p>
        </p:txBody>
      </p:sp>
    </p:spTree>
    <p:extLst>
      <p:ext uri="{BB962C8B-B14F-4D97-AF65-F5344CB8AC3E}">
        <p14:creationId xmlns:p14="http://schemas.microsoft.com/office/powerpoint/2010/main" val="100961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DDB925-6937-43C1-B645-9628C89990E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25D2CD6-0E1E-479D-97B7-5A1801AA30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60647AD-EB8F-4B1C-8EB3-16DB901B9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7E2D8196-68FF-48F8-80FD-7D1B7D2034FD}"/>
              </a:ext>
            </a:extLst>
          </p:cNvPr>
          <p:cNvSpPr>
            <a:spLocks noGrp="1"/>
          </p:cNvSpPr>
          <p:nvPr>
            <p:ph type="dt" sz="half" idx="10"/>
          </p:nvPr>
        </p:nvSpPr>
        <p:spPr/>
        <p:txBody>
          <a:bodyPr/>
          <a:lstStyle/>
          <a:p>
            <a:fld id="{EDBE6798-35CB-4C6E-A9F6-3A529622DEE8}" type="datetimeFigureOut">
              <a:rPr lang="es-CO" smtClean="0"/>
              <a:t>27/02/2026</a:t>
            </a:fld>
            <a:endParaRPr lang="es-CO"/>
          </a:p>
        </p:txBody>
      </p:sp>
      <p:sp>
        <p:nvSpPr>
          <p:cNvPr id="6" name="Marcador de pie de página 5">
            <a:extLst>
              <a:ext uri="{FF2B5EF4-FFF2-40B4-BE49-F238E27FC236}">
                <a16:creationId xmlns:a16="http://schemas.microsoft.com/office/drawing/2014/main" id="{AB85A14B-138D-4D5F-8F43-00A3D412415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CC988B3-B28F-4C41-A9E2-A0DB330DFCC6}"/>
              </a:ext>
            </a:extLst>
          </p:cNvPr>
          <p:cNvSpPr>
            <a:spLocks noGrp="1"/>
          </p:cNvSpPr>
          <p:nvPr>
            <p:ph type="sldNum" sz="quarter" idx="12"/>
          </p:nvPr>
        </p:nvSpPr>
        <p:spPr/>
        <p:txBody>
          <a:bodyPr/>
          <a:lstStyle/>
          <a:p>
            <a:fld id="{209C96EC-5575-4511-B4B0-5DB30A408E03}" type="slidenum">
              <a:rPr lang="es-CO" smtClean="0"/>
              <a:t>‹Nº›</a:t>
            </a:fld>
            <a:endParaRPr lang="es-CO"/>
          </a:p>
        </p:txBody>
      </p:sp>
    </p:spTree>
    <p:extLst>
      <p:ext uri="{BB962C8B-B14F-4D97-AF65-F5344CB8AC3E}">
        <p14:creationId xmlns:p14="http://schemas.microsoft.com/office/powerpoint/2010/main" val="2190876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1"/>
        <p:cNvGrpSpPr/>
        <p:nvPr/>
      </p:nvGrpSpPr>
      <p:grpSpPr>
        <a:xfrm>
          <a:off x="0" y="0"/>
          <a:ext cx="0" cy="0"/>
          <a:chOff x="0" y="0"/>
          <a:chExt cx="0" cy="0"/>
        </a:xfrm>
      </p:grpSpPr>
      <p:pic>
        <p:nvPicPr>
          <p:cNvPr id="12" name="Google Shape;12;g36218d017e9_1_12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 name="Google Shape;13;g36218d017e9_1_120"/>
          <p:cNvSpPr txBox="1">
            <a:spLocks noGrp="1"/>
          </p:cNvSpPr>
          <p:nvPr>
            <p:ph type="title"/>
          </p:nvPr>
        </p:nvSpPr>
        <p:spPr>
          <a:xfrm>
            <a:off x="6909704" y="2212654"/>
            <a:ext cx="4818300" cy="22713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4800"/>
              <a:buFont typeface="Poppins"/>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82240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14"/>
        <p:cNvGrpSpPr/>
        <p:nvPr/>
      </p:nvGrpSpPr>
      <p:grpSpPr>
        <a:xfrm>
          <a:off x="0" y="0"/>
          <a:ext cx="0" cy="0"/>
          <a:chOff x="0" y="0"/>
          <a:chExt cx="0" cy="0"/>
        </a:xfrm>
      </p:grpSpPr>
      <p:sp>
        <p:nvSpPr>
          <p:cNvPr id="15" name="Google Shape;15;g36218d017e9_1_26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g36218d017e9_1_26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82850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17"/>
        <p:cNvGrpSpPr/>
        <p:nvPr/>
      </p:nvGrpSpPr>
      <p:grpSpPr>
        <a:xfrm>
          <a:off x="0" y="0"/>
          <a:ext cx="0" cy="0"/>
          <a:chOff x="0" y="0"/>
          <a:chExt cx="0" cy="0"/>
        </a:xfrm>
      </p:grpSpPr>
      <p:pic>
        <p:nvPicPr>
          <p:cNvPr id="18" name="Google Shape;18;p1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9" name="Google Shape;19;p12"/>
          <p:cNvSpPr txBox="1">
            <a:spLocks noGrp="1"/>
          </p:cNvSpPr>
          <p:nvPr>
            <p:ph type="title"/>
          </p:nvPr>
        </p:nvSpPr>
        <p:spPr>
          <a:xfrm>
            <a:off x="838200" y="809741"/>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body" idx="1"/>
          </p:nvPr>
        </p:nvSpPr>
        <p:spPr>
          <a:xfrm>
            <a:off x="838200" y="2270241"/>
            <a:ext cx="10515600" cy="411378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79080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21"/>
        <p:cNvGrpSpPr/>
        <p:nvPr/>
      </p:nvGrpSpPr>
      <p:grpSpPr>
        <a:xfrm>
          <a:off x="0" y="0"/>
          <a:ext cx="0" cy="0"/>
          <a:chOff x="0" y="0"/>
          <a:chExt cx="0" cy="0"/>
        </a:xfrm>
      </p:grpSpPr>
      <p:pic>
        <p:nvPicPr>
          <p:cNvPr id="22" name="Google Shape;22;p13"/>
          <p:cNvPicPr preferRelativeResize="0"/>
          <p:nvPr/>
        </p:nvPicPr>
        <p:blipFill rotWithShape="1">
          <a:blip r:embed="rId2">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700290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1850983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30"/>
        <p:cNvGrpSpPr/>
        <p:nvPr/>
      </p:nvGrpSpPr>
      <p:grpSpPr>
        <a:xfrm>
          <a:off x="0" y="0"/>
          <a:ext cx="0" cy="0"/>
          <a:chOff x="0" y="0"/>
          <a:chExt cx="0" cy="0"/>
        </a:xfrm>
      </p:grpSpPr>
      <p:sp>
        <p:nvSpPr>
          <p:cNvPr id="31" name="Google Shape;31;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53139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olo el título" type="titleOnly">
  <p:cSld name="Solo el título">
    <p:spTree>
      <p:nvGrpSpPr>
        <p:cNvPr id="1" name="Shape 39"/>
        <p:cNvGrpSpPr/>
        <p:nvPr/>
      </p:nvGrpSpPr>
      <p:grpSpPr>
        <a:xfrm>
          <a:off x="0" y="0"/>
          <a:ext cx="0" cy="0"/>
          <a:chOff x="0" y="0"/>
          <a:chExt cx="0" cy="0"/>
        </a:xfrm>
      </p:grpSpPr>
      <p:sp>
        <p:nvSpPr>
          <p:cNvPr id="40" name="Google Shape;4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33544662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44"/>
        <p:cNvGrpSpPr/>
        <p:nvPr/>
      </p:nvGrpSpPr>
      <p:grpSpPr>
        <a:xfrm>
          <a:off x="0" y="0"/>
          <a:ext cx="0" cy="0"/>
          <a:chOff x="0" y="0"/>
          <a:chExt cx="0" cy="0"/>
        </a:xfrm>
      </p:grpSpPr>
      <p:sp>
        <p:nvSpPr>
          <p:cNvPr id="45" name="Google Shape;4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1960817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48"/>
        <p:cNvGrpSpPr/>
        <p:nvPr/>
      </p:nvGrpSpPr>
      <p:grpSpPr>
        <a:xfrm>
          <a:off x="0" y="0"/>
          <a:ext cx="0" cy="0"/>
          <a:chOff x="0" y="0"/>
          <a:chExt cx="0" cy="0"/>
        </a:xfrm>
      </p:grpSpPr>
      <p:sp>
        <p:nvSpPr>
          <p:cNvPr id="49" name="Google Shape;49;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32404409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9"/>
          <p:cNvSpPr>
            <a:spLocks noGrp="1"/>
          </p:cNvSpPr>
          <p:nvPr>
            <p:ph type="pic" idx="2"/>
          </p:nvPr>
        </p:nvSpPr>
        <p:spPr>
          <a:xfrm>
            <a:off x="5183188" y="987425"/>
            <a:ext cx="6172200" cy="4873625"/>
          </a:xfrm>
          <a:prstGeom prst="rect">
            <a:avLst/>
          </a:prstGeom>
          <a:noFill/>
          <a:ln>
            <a:noFill/>
          </a:ln>
        </p:spPr>
      </p:sp>
      <p:sp>
        <p:nvSpPr>
          <p:cNvPr id="58" name="Google Shape;58;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27175292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62"/>
        <p:cNvGrpSpPr/>
        <p:nvPr/>
      </p:nvGrpSpPr>
      <p:grpSpPr>
        <a:xfrm>
          <a:off x="0" y="0"/>
          <a:ext cx="0" cy="0"/>
          <a:chOff x="0" y="0"/>
          <a:chExt cx="0" cy="0"/>
        </a:xfrm>
      </p:grpSpPr>
      <p:sp>
        <p:nvSpPr>
          <p:cNvPr id="63" name="Google Shape;6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39234391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879004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2EAD35F-C931-492B-A1A2-AE0F4BCD70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0C01B871-BBF3-4156-84F3-700DA3FD38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4" name="Marcador de fecha 3">
            <a:extLst>
              <a:ext uri="{FF2B5EF4-FFF2-40B4-BE49-F238E27FC236}">
                <a16:creationId xmlns:a16="http://schemas.microsoft.com/office/drawing/2014/main" id="{5E406483-D76A-4AEF-9E33-BE6796A5B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E6798-35CB-4C6E-A9F6-3A529622DEE8}" type="datetimeFigureOut">
              <a:rPr lang="es-CO" smtClean="0"/>
              <a:t>27/02/2026</a:t>
            </a:fld>
            <a:endParaRPr lang="es-CO"/>
          </a:p>
        </p:txBody>
      </p:sp>
      <p:sp>
        <p:nvSpPr>
          <p:cNvPr id="5" name="Marcador de pie de página 4">
            <a:extLst>
              <a:ext uri="{FF2B5EF4-FFF2-40B4-BE49-F238E27FC236}">
                <a16:creationId xmlns:a16="http://schemas.microsoft.com/office/drawing/2014/main" id="{25412A68-721E-4FB1-879E-B45BCC80C6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B1B7721E-2C52-4F32-9F41-88E08B91C1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9C96EC-5575-4511-B4B0-5DB30A408E03}" type="slidenum">
              <a:rPr lang="es-CO" smtClean="0"/>
              <a:t>‹Nº›</a:t>
            </a:fld>
            <a:endParaRPr lang="es-CO"/>
          </a:p>
        </p:txBody>
      </p:sp>
    </p:spTree>
    <p:extLst>
      <p:ext uri="{BB962C8B-B14F-4D97-AF65-F5344CB8AC3E}">
        <p14:creationId xmlns:p14="http://schemas.microsoft.com/office/powerpoint/2010/main" val="2883935072"/>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9" r:id="rId3"/>
    <p:sldLayoutId id="2147483657" r:id="rId4"/>
    <p:sldLayoutId id="2147483654" r:id="rId5"/>
    <p:sldLayoutId id="2147483658" r:id="rId6"/>
    <p:sldLayoutId id="2147483651" r:id="rId7"/>
    <p:sldLayoutId id="2147483652" r:id="rId8"/>
    <p:sldLayoutId id="2147483650" r:id="rId9"/>
    <p:sldLayoutId id="2147483653" r:id="rId10"/>
    <p:sldLayoutId id="21474836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extLst>
      <p:ext uri="{BB962C8B-B14F-4D97-AF65-F5344CB8AC3E}">
        <p14:creationId xmlns:p14="http://schemas.microsoft.com/office/powerpoint/2010/main" val="394256088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EBC0B046-08E5-4132-8EF3-DD00D93A41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61" y="0"/>
            <a:ext cx="12192000" cy="6858000"/>
          </a:xfrm>
          <a:prstGeom prst="rect">
            <a:avLst/>
          </a:prstGeom>
        </p:spPr>
      </p:pic>
      <p:sp>
        <p:nvSpPr>
          <p:cNvPr id="10" name="Título 1">
            <a:extLst>
              <a:ext uri="{FF2B5EF4-FFF2-40B4-BE49-F238E27FC236}">
                <a16:creationId xmlns:a16="http://schemas.microsoft.com/office/drawing/2014/main" id="{F32B4219-EED7-4482-AEE9-941F8CE6BE06}"/>
              </a:ext>
            </a:extLst>
          </p:cNvPr>
          <p:cNvSpPr txBox="1">
            <a:spLocks/>
          </p:cNvSpPr>
          <p:nvPr/>
        </p:nvSpPr>
        <p:spPr>
          <a:xfrm>
            <a:off x="6854007" y="1891102"/>
            <a:ext cx="5110832"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800" b="1" dirty="0">
              <a:solidFill>
                <a:schemeClr val="bg1"/>
              </a:solidFill>
              <a:latin typeface="Poppins" panose="00000500000000000000" pitchFamily="2" charset="0"/>
              <a:cs typeface="Poppins" panose="00000500000000000000" pitchFamily="2" charset="0"/>
            </a:endParaRPr>
          </a:p>
        </p:txBody>
      </p:sp>
      <p:sp>
        <p:nvSpPr>
          <p:cNvPr id="2" name="Rectángulo 1">
            <a:extLst>
              <a:ext uri="{FF2B5EF4-FFF2-40B4-BE49-F238E27FC236}">
                <a16:creationId xmlns:a16="http://schemas.microsoft.com/office/drawing/2014/main" id="{94B98997-7991-4FE6-B498-7709B2ACC290}"/>
              </a:ext>
            </a:extLst>
          </p:cNvPr>
          <p:cNvSpPr/>
          <p:nvPr/>
        </p:nvSpPr>
        <p:spPr>
          <a:xfrm>
            <a:off x="6725489" y="2169090"/>
            <a:ext cx="5603416" cy="3985706"/>
          </a:xfrm>
          <a:prstGeom prst="rect">
            <a:avLst/>
          </a:prstGeom>
        </p:spPr>
        <p:txBody>
          <a:bodyPr wrap="square">
            <a:spAutoFit/>
          </a:bodyPr>
          <a:lstStyle/>
          <a:p>
            <a:pPr algn="ctr"/>
            <a:r>
              <a:rPr lang="es-MX" sz="2300" b="1" dirty="0">
                <a:solidFill>
                  <a:schemeClr val="bg1"/>
                </a:solidFill>
                <a:latin typeface="Century Gothic" panose="020B0502020202020204" pitchFamily="34" charset="0"/>
              </a:rPr>
              <a:t>GESTIÓN INTEGRAL DE RESIDUOS SÓLIDOS:</a:t>
            </a:r>
          </a:p>
          <a:p>
            <a:pPr algn="ctr"/>
            <a:endParaRPr lang="es-MX" sz="2300" b="1" dirty="0">
              <a:solidFill>
                <a:schemeClr val="bg1"/>
              </a:solidFill>
              <a:latin typeface="Century Gothic" panose="020B0502020202020204" pitchFamily="34" charset="0"/>
            </a:endParaRPr>
          </a:p>
          <a:p>
            <a:pPr algn="ctr"/>
            <a:r>
              <a:rPr lang="es-MX" sz="2300" b="1" dirty="0">
                <a:solidFill>
                  <a:schemeClr val="bg1"/>
                </a:solidFill>
                <a:latin typeface="Century Gothic" panose="020B0502020202020204" pitchFamily="34" charset="0"/>
              </a:rPr>
              <a:t>CULTURA DE SEPARACIÓN Y DISPOSICIÓN</a:t>
            </a:r>
          </a:p>
          <a:p>
            <a:pPr algn="ctr"/>
            <a:r>
              <a:rPr lang="es-MX" sz="2300" b="1" dirty="0">
                <a:solidFill>
                  <a:schemeClr val="bg1"/>
                </a:solidFill>
                <a:latin typeface="Century Gothic" panose="020B0502020202020204" pitchFamily="34" charset="0"/>
              </a:rPr>
              <a:t>FINAL DE RESIDUOS – P.G.I.R.S. DE</a:t>
            </a:r>
          </a:p>
          <a:p>
            <a:pPr algn="ctr"/>
            <a:r>
              <a:rPr lang="es-MX" sz="2300" b="1" dirty="0">
                <a:solidFill>
                  <a:schemeClr val="bg1"/>
                </a:solidFill>
                <a:latin typeface="Century Gothic" panose="020B0502020202020204" pitchFamily="34" charset="0"/>
              </a:rPr>
              <a:t>SANTIAGO DE CALI - CON ENFOQUE EN</a:t>
            </a:r>
          </a:p>
          <a:p>
            <a:pPr algn="ctr"/>
            <a:r>
              <a:rPr lang="es-MX" sz="2300" b="1" dirty="0">
                <a:solidFill>
                  <a:schemeClr val="bg1"/>
                </a:solidFill>
                <a:latin typeface="Century Gothic" panose="020B0502020202020204" pitchFamily="34" charset="0"/>
              </a:rPr>
              <a:t>LAS RUTAS Y FRECUENCIAS DE</a:t>
            </a:r>
          </a:p>
          <a:p>
            <a:pPr algn="ctr"/>
            <a:r>
              <a:rPr lang="es-MX" sz="2300" b="1" dirty="0">
                <a:solidFill>
                  <a:schemeClr val="bg1"/>
                </a:solidFill>
                <a:latin typeface="Century Gothic" panose="020B0502020202020204" pitchFamily="34" charset="0"/>
              </a:rPr>
              <a:t>RECOLECCIÓN EMPRESAS DE ASEO</a:t>
            </a:r>
          </a:p>
          <a:p>
            <a:pPr algn="ctr"/>
            <a:r>
              <a:rPr lang="es-MX" sz="2300" b="1" dirty="0">
                <a:solidFill>
                  <a:schemeClr val="bg1"/>
                </a:solidFill>
                <a:latin typeface="Century Gothic" panose="020B0502020202020204" pitchFamily="34" charset="0"/>
              </a:rPr>
              <a:t>RESPONSABLES EN CADA ZONA.</a:t>
            </a:r>
            <a:endParaRPr lang="es-CO" sz="23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750379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893332" y="1721586"/>
            <a:ext cx="10405336" cy="4703433"/>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300" b="1" dirty="0">
                <a:solidFill>
                  <a:schemeClr val="tx1"/>
                </a:solidFill>
                <a:latin typeface="Poppins" panose="020B0604020202020204" charset="0"/>
                <a:cs typeface="Poppins" panose="020B0604020202020204" charset="0"/>
              </a:rPr>
              <a:t>ENTIDAD ENCARGADA DE GARANTIZAR LA PRESTACIÓN, COORDINACIÓN Y SUPERVISIÓN DE LOS SERVICIOS PÚBLICOS EN EL DISTRITO ESPECIAL DE SANTIAGO DE CALI.</a:t>
            </a:r>
          </a:p>
          <a:p>
            <a:pPr algn="ctr"/>
            <a:endParaRPr lang="es-MX" sz="2500" b="1" dirty="0">
              <a:solidFill>
                <a:schemeClr val="tx1"/>
              </a:solidFill>
              <a:latin typeface="Google Sans"/>
            </a:endParaRPr>
          </a:p>
          <a:p>
            <a:pPr algn="ctr"/>
            <a:endParaRPr lang="es-MX" sz="2500" b="1" dirty="0">
              <a:solidFill>
                <a:schemeClr val="tx1"/>
              </a:solidFill>
              <a:latin typeface="Google Sans"/>
            </a:endParaRPr>
          </a:p>
          <a:p>
            <a:pPr algn="ctr"/>
            <a:r>
              <a:rPr lang="es-MX" sz="2500" b="1" u="sng" dirty="0">
                <a:solidFill>
                  <a:schemeClr val="tx1"/>
                </a:solidFill>
                <a:latin typeface="Google Sans"/>
              </a:rPr>
              <a:t>COMPONENTE DE ASEO </a:t>
            </a: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368405" y="4660264"/>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5084281" y="3511581"/>
            <a:ext cx="6087693" cy="29134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2800" dirty="0">
              <a:latin typeface="Poppins" panose="00000500000000000000" pitchFamily="2" charset="0"/>
              <a:cs typeface="Poppins" panose="00000500000000000000" pitchFamily="2" charset="0"/>
            </a:endParaRPr>
          </a:p>
        </p:txBody>
      </p:sp>
      <p:sp>
        <p:nvSpPr>
          <p:cNvPr id="3" name="CuadroTexto 2">
            <a:extLst>
              <a:ext uri="{FF2B5EF4-FFF2-40B4-BE49-F238E27FC236}">
                <a16:creationId xmlns:a16="http://schemas.microsoft.com/office/drawing/2014/main" id="{07EE93BC-9DA5-45A9-B4E8-E80D278722C0}"/>
              </a:ext>
            </a:extLst>
          </p:cNvPr>
          <p:cNvSpPr txBox="1"/>
          <p:nvPr/>
        </p:nvSpPr>
        <p:spPr>
          <a:xfrm>
            <a:off x="1930400" y="1889394"/>
            <a:ext cx="8331915" cy="923330"/>
          </a:xfrm>
          <a:prstGeom prst="rect">
            <a:avLst/>
          </a:prstGeom>
          <a:noFill/>
        </p:spPr>
        <p:txBody>
          <a:bodyPr wrap="square" rtlCol="0">
            <a:spAutoFit/>
          </a:bodyPr>
          <a:lstStyle/>
          <a:p>
            <a:pPr algn="ctr"/>
            <a:r>
              <a:rPr lang="es-MX" sz="5400" b="1" dirty="0">
                <a:latin typeface="Poppins" panose="00000500000000000000"/>
              </a:rPr>
              <a:t>¿ QUE ES LA UAESP?</a:t>
            </a:r>
            <a:endParaRPr lang="es-CO" sz="5400" b="1" dirty="0">
              <a:latin typeface="Poppins" panose="00000500000000000000"/>
            </a:endParaRPr>
          </a:p>
        </p:txBody>
      </p:sp>
    </p:spTree>
    <p:extLst>
      <p:ext uri="{BB962C8B-B14F-4D97-AF65-F5344CB8AC3E}">
        <p14:creationId xmlns:p14="http://schemas.microsoft.com/office/powerpoint/2010/main" val="3690213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893332" y="1721587"/>
            <a:ext cx="10405336" cy="3779396"/>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368405" y="4660264"/>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5084281" y="3511581"/>
            <a:ext cx="6087693" cy="29134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2800" dirty="0">
              <a:latin typeface="Poppins" panose="00000500000000000000" pitchFamily="2" charset="0"/>
              <a:cs typeface="Poppins" panose="00000500000000000000" pitchFamily="2" charset="0"/>
            </a:endParaRPr>
          </a:p>
        </p:txBody>
      </p:sp>
      <p:sp>
        <p:nvSpPr>
          <p:cNvPr id="2" name="CuadroTexto 1">
            <a:extLst>
              <a:ext uri="{FF2B5EF4-FFF2-40B4-BE49-F238E27FC236}">
                <a16:creationId xmlns:a16="http://schemas.microsoft.com/office/drawing/2014/main" id="{1EF9749B-0AE7-4B18-8DDA-75AFD3686F05}"/>
              </a:ext>
            </a:extLst>
          </p:cNvPr>
          <p:cNvSpPr txBox="1"/>
          <p:nvPr/>
        </p:nvSpPr>
        <p:spPr>
          <a:xfrm>
            <a:off x="1525881" y="2364884"/>
            <a:ext cx="9107896" cy="2800767"/>
          </a:xfrm>
          <a:prstGeom prst="rect">
            <a:avLst/>
          </a:prstGeom>
          <a:noFill/>
        </p:spPr>
        <p:txBody>
          <a:bodyPr wrap="square" rtlCol="0">
            <a:spAutoFit/>
          </a:bodyPr>
          <a:lstStyle/>
          <a:p>
            <a:pPr algn="just"/>
            <a:r>
              <a:rPr lang="es-MX" sz="2200" dirty="0">
                <a:latin typeface="Poppins"/>
              </a:rPr>
              <a:t>Es cualquier objeto, material, sustancia o elemento principalmente sólido resultante del consumo o uso de un bien en actividades domésticas, industriales, comerciales, institucionales o de servicios, que el generador presenta para su recolección por parte de la persona prestadora del servicio público de aseo. Igualmente, se considera como residuo sólido, aquel proveniente del barrido y limpieza de áreas y vías públicas, corte de césped y poda de árboles. Los residuos sólidos que no tienen características de peligrosidad se dividen en aprovechables y no aprovechables.</a:t>
            </a:r>
            <a:endParaRPr lang="es-CO" sz="2200" dirty="0">
              <a:latin typeface="Poppins"/>
            </a:endParaRPr>
          </a:p>
        </p:txBody>
      </p:sp>
      <p:sp>
        <p:nvSpPr>
          <p:cNvPr id="3" name="CuadroTexto 2">
            <a:extLst>
              <a:ext uri="{FF2B5EF4-FFF2-40B4-BE49-F238E27FC236}">
                <a16:creationId xmlns:a16="http://schemas.microsoft.com/office/drawing/2014/main" id="{07EE93BC-9DA5-45A9-B4E8-E80D278722C0}"/>
              </a:ext>
            </a:extLst>
          </p:cNvPr>
          <p:cNvSpPr txBox="1"/>
          <p:nvPr/>
        </p:nvSpPr>
        <p:spPr>
          <a:xfrm>
            <a:off x="1930400" y="1889394"/>
            <a:ext cx="8331915" cy="584775"/>
          </a:xfrm>
          <a:prstGeom prst="rect">
            <a:avLst/>
          </a:prstGeom>
          <a:noFill/>
        </p:spPr>
        <p:txBody>
          <a:bodyPr wrap="square" rtlCol="0">
            <a:spAutoFit/>
          </a:bodyPr>
          <a:lstStyle/>
          <a:p>
            <a:pPr algn="ctr"/>
            <a:r>
              <a:rPr lang="es-MX" sz="3200" b="1" dirty="0">
                <a:latin typeface="Poppins" panose="00000500000000000000"/>
              </a:rPr>
              <a:t>¿ QUE ES UN RESIDUO SOLIDO?</a:t>
            </a:r>
            <a:endParaRPr lang="es-CO" sz="3200" b="1" dirty="0">
              <a:latin typeface="Poppins" panose="00000500000000000000"/>
            </a:endParaRPr>
          </a:p>
        </p:txBody>
      </p:sp>
    </p:spTree>
    <p:extLst>
      <p:ext uri="{BB962C8B-B14F-4D97-AF65-F5344CB8AC3E}">
        <p14:creationId xmlns:p14="http://schemas.microsoft.com/office/powerpoint/2010/main" val="180552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2222457" y="150627"/>
            <a:ext cx="6468533" cy="111171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368405" y="4660264"/>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5084281" y="3511581"/>
            <a:ext cx="6087693" cy="29134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2800" dirty="0">
              <a:latin typeface="Poppins" panose="00000500000000000000" pitchFamily="2" charset="0"/>
              <a:cs typeface="Poppins" panose="00000500000000000000" pitchFamily="2" charset="0"/>
            </a:endParaRPr>
          </a:p>
        </p:txBody>
      </p:sp>
      <p:sp>
        <p:nvSpPr>
          <p:cNvPr id="3" name="CuadroTexto 2">
            <a:extLst>
              <a:ext uri="{FF2B5EF4-FFF2-40B4-BE49-F238E27FC236}">
                <a16:creationId xmlns:a16="http://schemas.microsoft.com/office/drawing/2014/main" id="{07EE93BC-9DA5-45A9-B4E8-E80D278722C0}"/>
              </a:ext>
            </a:extLst>
          </p:cNvPr>
          <p:cNvSpPr txBox="1"/>
          <p:nvPr/>
        </p:nvSpPr>
        <p:spPr>
          <a:xfrm>
            <a:off x="1290767" y="489590"/>
            <a:ext cx="8331915" cy="446276"/>
          </a:xfrm>
          <a:prstGeom prst="rect">
            <a:avLst/>
          </a:prstGeom>
          <a:noFill/>
        </p:spPr>
        <p:txBody>
          <a:bodyPr wrap="square" rtlCol="0">
            <a:spAutoFit/>
          </a:bodyPr>
          <a:lstStyle/>
          <a:p>
            <a:pPr algn="ctr"/>
            <a:r>
              <a:rPr lang="es-MX" sz="2300" b="1" dirty="0">
                <a:latin typeface="Poppins" panose="00000500000000000000"/>
              </a:rPr>
              <a:t>GESTIÓN INTEGRAL DE RESIDUOS SOLIDOS </a:t>
            </a:r>
            <a:endParaRPr lang="es-CO" sz="2300" b="1" dirty="0">
              <a:latin typeface="Poppins" panose="00000500000000000000"/>
            </a:endParaRPr>
          </a:p>
        </p:txBody>
      </p:sp>
      <p:pic>
        <p:nvPicPr>
          <p:cNvPr id="4" name="Imagen 3">
            <a:extLst>
              <a:ext uri="{FF2B5EF4-FFF2-40B4-BE49-F238E27FC236}">
                <a16:creationId xmlns:a16="http://schemas.microsoft.com/office/drawing/2014/main" id="{11EE04CC-6F97-410C-B95F-47AF30D331E0}"/>
              </a:ext>
            </a:extLst>
          </p:cNvPr>
          <p:cNvPicPr>
            <a:picLocks noChangeAspect="1"/>
          </p:cNvPicPr>
          <p:nvPr/>
        </p:nvPicPr>
        <p:blipFill>
          <a:blip r:embed="rId6"/>
          <a:stretch>
            <a:fillRect/>
          </a:stretch>
        </p:blipFill>
        <p:spPr>
          <a:xfrm>
            <a:off x="1996849" y="1407063"/>
            <a:ext cx="6919748" cy="5300310"/>
          </a:xfrm>
          <a:prstGeom prst="rect">
            <a:avLst/>
          </a:prstGeom>
        </p:spPr>
      </p:pic>
    </p:spTree>
    <p:extLst>
      <p:ext uri="{BB962C8B-B14F-4D97-AF65-F5344CB8AC3E}">
        <p14:creationId xmlns:p14="http://schemas.microsoft.com/office/powerpoint/2010/main" val="3636160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3204331" y="336489"/>
            <a:ext cx="4436534" cy="78740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368405" y="4660264"/>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5084281" y="3511581"/>
            <a:ext cx="6087693" cy="29134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2800" dirty="0">
              <a:latin typeface="Poppins" panose="00000500000000000000" pitchFamily="2" charset="0"/>
              <a:cs typeface="Poppins" panose="00000500000000000000" pitchFamily="2" charset="0"/>
            </a:endParaRPr>
          </a:p>
        </p:txBody>
      </p:sp>
      <p:sp>
        <p:nvSpPr>
          <p:cNvPr id="3" name="CuadroTexto 2">
            <a:extLst>
              <a:ext uri="{FF2B5EF4-FFF2-40B4-BE49-F238E27FC236}">
                <a16:creationId xmlns:a16="http://schemas.microsoft.com/office/drawing/2014/main" id="{07EE93BC-9DA5-45A9-B4E8-E80D278722C0}"/>
              </a:ext>
            </a:extLst>
          </p:cNvPr>
          <p:cNvSpPr txBox="1"/>
          <p:nvPr/>
        </p:nvSpPr>
        <p:spPr>
          <a:xfrm>
            <a:off x="1290767" y="489590"/>
            <a:ext cx="8331915" cy="477054"/>
          </a:xfrm>
          <a:prstGeom prst="rect">
            <a:avLst/>
          </a:prstGeom>
          <a:noFill/>
        </p:spPr>
        <p:txBody>
          <a:bodyPr wrap="square" rtlCol="0">
            <a:spAutoFit/>
          </a:bodyPr>
          <a:lstStyle/>
          <a:p>
            <a:pPr algn="ctr"/>
            <a:r>
              <a:rPr lang="es-MX" sz="2500" b="1" dirty="0">
                <a:latin typeface="Poppins" panose="00000500000000000000"/>
              </a:rPr>
              <a:t>SEPARACIÓN EN LA FUENTE</a:t>
            </a:r>
            <a:endParaRPr lang="es-CO" sz="2500" b="1" dirty="0">
              <a:latin typeface="Poppins" panose="00000500000000000000"/>
            </a:endParaRPr>
          </a:p>
        </p:txBody>
      </p:sp>
      <p:sp>
        <p:nvSpPr>
          <p:cNvPr id="24" name="Rectángulo 23">
            <a:extLst>
              <a:ext uri="{FF2B5EF4-FFF2-40B4-BE49-F238E27FC236}">
                <a16:creationId xmlns:a16="http://schemas.microsoft.com/office/drawing/2014/main" id="{FBFFDD1A-FA5A-4DCA-AEE3-2B3320466046}"/>
              </a:ext>
            </a:extLst>
          </p:cNvPr>
          <p:cNvSpPr/>
          <p:nvPr/>
        </p:nvSpPr>
        <p:spPr>
          <a:xfrm>
            <a:off x="2108200" y="1183919"/>
            <a:ext cx="6722533" cy="1986213"/>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CuadroTexto 4">
            <a:extLst>
              <a:ext uri="{FF2B5EF4-FFF2-40B4-BE49-F238E27FC236}">
                <a16:creationId xmlns:a16="http://schemas.microsoft.com/office/drawing/2014/main" id="{94BE442D-2FC7-4335-B1F0-CD850F6A2B2C}"/>
              </a:ext>
            </a:extLst>
          </p:cNvPr>
          <p:cNvSpPr txBox="1"/>
          <p:nvPr/>
        </p:nvSpPr>
        <p:spPr>
          <a:xfrm>
            <a:off x="2404533" y="1251680"/>
            <a:ext cx="6256867" cy="1938992"/>
          </a:xfrm>
          <a:prstGeom prst="rect">
            <a:avLst/>
          </a:prstGeom>
          <a:noFill/>
        </p:spPr>
        <p:txBody>
          <a:bodyPr wrap="square" rtlCol="0">
            <a:spAutoFit/>
          </a:bodyPr>
          <a:lstStyle/>
          <a:p>
            <a:pPr algn="just"/>
            <a:r>
              <a:rPr lang="es-MX" sz="2000" b="1" dirty="0">
                <a:latin typeface="Poppins" panose="00000500000000000000"/>
              </a:rPr>
              <a:t>La separación en la fuente </a:t>
            </a:r>
            <a:r>
              <a:rPr lang="es-MX" sz="2000" dirty="0">
                <a:latin typeface="Poppins" panose="00000500000000000000"/>
              </a:rPr>
              <a:t>es la clasificación de residuos sólidos (aprovechables, orgánicos y no aprovechables) en el lugar de origen —hogar, comercio o industria— antes de su recolección. Su objetivo es facilitar el reciclaje y reducir la contaminación, </a:t>
            </a:r>
            <a:r>
              <a:rPr lang="es-MX" sz="2000" b="1" u="sng" dirty="0">
                <a:latin typeface="Poppins" panose="00000500000000000000"/>
              </a:rPr>
              <a:t>utilizando el código de colores nacional para maximizar el aprovechamiento.</a:t>
            </a:r>
            <a:endParaRPr lang="es-CO" sz="2000" b="1" u="sng" dirty="0">
              <a:latin typeface="Poppins" panose="00000500000000000000"/>
            </a:endParaRPr>
          </a:p>
        </p:txBody>
      </p:sp>
      <p:pic>
        <p:nvPicPr>
          <p:cNvPr id="6" name="Imagen 5">
            <a:extLst>
              <a:ext uri="{FF2B5EF4-FFF2-40B4-BE49-F238E27FC236}">
                <a16:creationId xmlns:a16="http://schemas.microsoft.com/office/drawing/2014/main" id="{45AF871A-B4B1-41BC-88DF-2ECF239D1A35}"/>
              </a:ext>
            </a:extLst>
          </p:cNvPr>
          <p:cNvPicPr>
            <a:picLocks noChangeAspect="1"/>
          </p:cNvPicPr>
          <p:nvPr/>
        </p:nvPicPr>
        <p:blipFill>
          <a:blip r:embed="rId6"/>
          <a:stretch>
            <a:fillRect/>
          </a:stretch>
        </p:blipFill>
        <p:spPr>
          <a:xfrm>
            <a:off x="2681101" y="3428097"/>
            <a:ext cx="5277587" cy="2241929"/>
          </a:xfrm>
          <a:prstGeom prst="rect">
            <a:avLst/>
          </a:prstGeom>
        </p:spPr>
      </p:pic>
      <p:sp>
        <p:nvSpPr>
          <p:cNvPr id="7" name="CuadroTexto 6">
            <a:extLst>
              <a:ext uri="{FF2B5EF4-FFF2-40B4-BE49-F238E27FC236}">
                <a16:creationId xmlns:a16="http://schemas.microsoft.com/office/drawing/2014/main" id="{EE0C18B9-664F-4372-8A3B-6A6C4BA04B14}"/>
              </a:ext>
            </a:extLst>
          </p:cNvPr>
          <p:cNvSpPr txBox="1"/>
          <p:nvPr/>
        </p:nvSpPr>
        <p:spPr>
          <a:xfrm>
            <a:off x="3612870" y="5732893"/>
            <a:ext cx="3333040" cy="584775"/>
          </a:xfrm>
          <a:prstGeom prst="rect">
            <a:avLst/>
          </a:prstGeom>
          <a:noFill/>
        </p:spPr>
        <p:txBody>
          <a:bodyPr wrap="square" rtlCol="0">
            <a:spAutoFit/>
          </a:bodyPr>
          <a:lstStyle/>
          <a:p>
            <a:pPr algn="ctr"/>
            <a:r>
              <a:rPr lang="es-MX" sz="3200" b="1" dirty="0">
                <a:latin typeface="Poppins" panose="00000500000000000000"/>
              </a:rPr>
              <a:t>LEY 2184 DE 2019</a:t>
            </a:r>
            <a:endParaRPr lang="es-CO" sz="3200" b="1" dirty="0">
              <a:latin typeface="Poppins" panose="00000500000000000000"/>
            </a:endParaRPr>
          </a:p>
        </p:txBody>
      </p:sp>
    </p:spTree>
    <p:extLst>
      <p:ext uri="{BB962C8B-B14F-4D97-AF65-F5344CB8AC3E}">
        <p14:creationId xmlns:p14="http://schemas.microsoft.com/office/powerpoint/2010/main" val="2967802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2681101" y="336489"/>
            <a:ext cx="5413032" cy="78740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368405" y="4660264"/>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5084281" y="3511581"/>
            <a:ext cx="6087693" cy="29134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2800" dirty="0">
              <a:latin typeface="Poppins" panose="00000500000000000000" pitchFamily="2" charset="0"/>
              <a:cs typeface="Poppins" panose="00000500000000000000" pitchFamily="2" charset="0"/>
            </a:endParaRPr>
          </a:p>
        </p:txBody>
      </p:sp>
      <p:sp>
        <p:nvSpPr>
          <p:cNvPr id="3" name="CuadroTexto 2">
            <a:extLst>
              <a:ext uri="{FF2B5EF4-FFF2-40B4-BE49-F238E27FC236}">
                <a16:creationId xmlns:a16="http://schemas.microsoft.com/office/drawing/2014/main" id="{07EE93BC-9DA5-45A9-B4E8-E80D278722C0}"/>
              </a:ext>
            </a:extLst>
          </p:cNvPr>
          <p:cNvSpPr txBox="1"/>
          <p:nvPr/>
        </p:nvSpPr>
        <p:spPr>
          <a:xfrm>
            <a:off x="1290767" y="489590"/>
            <a:ext cx="8331915" cy="477054"/>
          </a:xfrm>
          <a:prstGeom prst="rect">
            <a:avLst/>
          </a:prstGeom>
          <a:noFill/>
        </p:spPr>
        <p:txBody>
          <a:bodyPr wrap="square" rtlCol="0">
            <a:spAutoFit/>
          </a:bodyPr>
          <a:lstStyle/>
          <a:p>
            <a:pPr algn="ctr"/>
            <a:r>
              <a:rPr lang="es-MX" sz="2500" b="1" dirty="0">
                <a:latin typeface="Poppins" panose="00000500000000000000"/>
              </a:rPr>
              <a:t>CLASIFICACIÓN DE RESIDUOS SOLIDOS</a:t>
            </a:r>
            <a:endParaRPr lang="es-CO" sz="2500" b="1" dirty="0">
              <a:latin typeface="Poppins" panose="00000500000000000000"/>
            </a:endParaRPr>
          </a:p>
        </p:txBody>
      </p:sp>
      <p:sp>
        <p:nvSpPr>
          <p:cNvPr id="24" name="Rectángulo 23">
            <a:extLst>
              <a:ext uri="{FF2B5EF4-FFF2-40B4-BE49-F238E27FC236}">
                <a16:creationId xmlns:a16="http://schemas.microsoft.com/office/drawing/2014/main" id="{FBFFDD1A-FA5A-4DCA-AEE3-2B3320466046}"/>
              </a:ext>
            </a:extLst>
          </p:cNvPr>
          <p:cNvSpPr/>
          <p:nvPr/>
        </p:nvSpPr>
        <p:spPr>
          <a:xfrm>
            <a:off x="795867" y="1183920"/>
            <a:ext cx="9346819" cy="4508838"/>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CuadroTexto 4">
            <a:extLst>
              <a:ext uri="{FF2B5EF4-FFF2-40B4-BE49-F238E27FC236}">
                <a16:creationId xmlns:a16="http://schemas.microsoft.com/office/drawing/2014/main" id="{94BE442D-2FC7-4335-B1F0-CD850F6A2B2C}"/>
              </a:ext>
            </a:extLst>
          </p:cNvPr>
          <p:cNvSpPr txBox="1"/>
          <p:nvPr/>
        </p:nvSpPr>
        <p:spPr>
          <a:xfrm>
            <a:off x="1173695" y="1278265"/>
            <a:ext cx="8591161" cy="4862870"/>
          </a:xfrm>
          <a:prstGeom prst="rect">
            <a:avLst/>
          </a:prstGeom>
          <a:noFill/>
        </p:spPr>
        <p:txBody>
          <a:bodyPr wrap="square" rtlCol="0">
            <a:spAutoFit/>
          </a:bodyPr>
          <a:lstStyle/>
          <a:p>
            <a:pPr algn="just"/>
            <a:r>
              <a:rPr lang="es-MX" b="1" dirty="0">
                <a:latin typeface="Poppins" panose="00000500000000000000"/>
              </a:rPr>
              <a:t>RESIDUOS PELIGROSOS: </a:t>
            </a:r>
            <a:r>
              <a:rPr lang="es-MX" dirty="0">
                <a:latin typeface="Poppins" panose="00000500000000000000"/>
              </a:rPr>
              <a:t>Estos residuos son los que presentan riesgos para la vida humana y el medio ambiente. Aquí están incluidos los productos químicos tóxicos, materiales inflamables, desechos médicos, baterías, y residuos electrónicos, entre otros. Una gestión adecuada de estos residuos puede evitar daños significativos, desde la contaminación de ecosistemas hasta problemas de salud pública. Su manipulación, transporte y disposición final requieren de protocolos estrictos y empresas especializadas.</a:t>
            </a:r>
          </a:p>
          <a:p>
            <a:endParaRPr lang="es-MX" sz="2000" b="1" u="sng" dirty="0">
              <a:latin typeface="Poppins" panose="00000500000000000000"/>
            </a:endParaRPr>
          </a:p>
          <a:p>
            <a:r>
              <a:rPr lang="es-MX" b="1" dirty="0">
                <a:latin typeface="Poppins" panose="00000500000000000000"/>
              </a:rPr>
              <a:t>RESIDUOS DE CONSTRUCCIÓN Y DEMOLICIÓN</a:t>
            </a:r>
          </a:p>
          <a:p>
            <a:r>
              <a:rPr lang="es-MX" dirty="0">
                <a:latin typeface="Poppins" panose="00000500000000000000"/>
              </a:rPr>
              <a:t>Cuando se inicia una obra de construcción, renovación o demolición de edificaciones, se generan residuos denominados escombros, entre los que se encuentran la madera, concreto, ladrillos, metales y otros materiales comunes en construcción. La gestión de los RCD es fundamental debido a su gran volumen y la oportunidad de reciclar materiales como el concreto para áridos o el metal para la industria siderúrgica, reduciendo la necesidad de extraer nuevas materias primas.</a:t>
            </a:r>
          </a:p>
          <a:p>
            <a:endParaRPr lang="es-MX" dirty="0">
              <a:latin typeface="Poppins" panose="00000500000000000000"/>
            </a:endParaRPr>
          </a:p>
          <a:p>
            <a:endParaRPr lang="es-MX" dirty="0">
              <a:latin typeface="Poppins" panose="00000500000000000000"/>
            </a:endParaRPr>
          </a:p>
          <a:p>
            <a:pPr algn="just"/>
            <a:endParaRPr lang="es-CO" sz="2000" b="1" u="sng" dirty="0">
              <a:latin typeface="Poppins" panose="00000500000000000000"/>
            </a:endParaRPr>
          </a:p>
        </p:txBody>
      </p:sp>
    </p:spTree>
    <p:extLst>
      <p:ext uri="{BB962C8B-B14F-4D97-AF65-F5344CB8AC3E}">
        <p14:creationId xmlns:p14="http://schemas.microsoft.com/office/powerpoint/2010/main" val="524482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8002"/>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2681101" y="336489"/>
            <a:ext cx="5413032" cy="78740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368405" y="4660264"/>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5084281" y="3511581"/>
            <a:ext cx="6087693" cy="29134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2800" dirty="0">
              <a:latin typeface="Poppins" panose="00000500000000000000" pitchFamily="2" charset="0"/>
              <a:cs typeface="Poppins" panose="00000500000000000000" pitchFamily="2" charset="0"/>
            </a:endParaRPr>
          </a:p>
        </p:txBody>
      </p:sp>
      <p:sp>
        <p:nvSpPr>
          <p:cNvPr id="3" name="CuadroTexto 2">
            <a:extLst>
              <a:ext uri="{FF2B5EF4-FFF2-40B4-BE49-F238E27FC236}">
                <a16:creationId xmlns:a16="http://schemas.microsoft.com/office/drawing/2014/main" id="{07EE93BC-9DA5-45A9-B4E8-E80D278722C0}"/>
              </a:ext>
            </a:extLst>
          </p:cNvPr>
          <p:cNvSpPr txBox="1"/>
          <p:nvPr/>
        </p:nvSpPr>
        <p:spPr>
          <a:xfrm>
            <a:off x="1290767" y="489590"/>
            <a:ext cx="8331915" cy="415498"/>
          </a:xfrm>
          <a:prstGeom prst="rect">
            <a:avLst/>
          </a:prstGeom>
          <a:noFill/>
        </p:spPr>
        <p:txBody>
          <a:bodyPr wrap="square" rtlCol="0">
            <a:spAutoFit/>
          </a:bodyPr>
          <a:lstStyle/>
          <a:p>
            <a:pPr algn="ctr"/>
            <a:r>
              <a:rPr lang="es-MX" sz="2100" b="1" dirty="0">
                <a:latin typeface="Poppins" panose="00000500000000000000"/>
              </a:rPr>
              <a:t>CLASIFICACIÓN DE RESIDUOS SOLIDOS</a:t>
            </a:r>
            <a:endParaRPr lang="es-CO" sz="2100" b="1" dirty="0">
              <a:latin typeface="Poppins" panose="00000500000000000000"/>
            </a:endParaRPr>
          </a:p>
        </p:txBody>
      </p:sp>
      <p:sp>
        <p:nvSpPr>
          <p:cNvPr id="24" name="Rectángulo 23">
            <a:extLst>
              <a:ext uri="{FF2B5EF4-FFF2-40B4-BE49-F238E27FC236}">
                <a16:creationId xmlns:a16="http://schemas.microsoft.com/office/drawing/2014/main" id="{FBFFDD1A-FA5A-4DCA-AEE3-2B3320466046}"/>
              </a:ext>
            </a:extLst>
          </p:cNvPr>
          <p:cNvSpPr/>
          <p:nvPr/>
        </p:nvSpPr>
        <p:spPr>
          <a:xfrm>
            <a:off x="795867" y="1183919"/>
            <a:ext cx="9346819" cy="4825521"/>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CuadroTexto 4">
            <a:extLst>
              <a:ext uri="{FF2B5EF4-FFF2-40B4-BE49-F238E27FC236}">
                <a16:creationId xmlns:a16="http://schemas.microsoft.com/office/drawing/2014/main" id="{94BE442D-2FC7-4335-B1F0-CD850F6A2B2C}"/>
              </a:ext>
            </a:extLst>
          </p:cNvPr>
          <p:cNvSpPr txBox="1"/>
          <p:nvPr/>
        </p:nvSpPr>
        <p:spPr>
          <a:xfrm>
            <a:off x="1173695" y="1278265"/>
            <a:ext cx="8591161" cy="5693866"/>
          </a:xfrm>
          <a:prstGeom prst="rect">
            <a:avLst/>
          </a:prstGeom>
          <a:noFill/>
        </p:spPr>
        <p:txBody>
          <a:bodyPr wrap="square" rtlCol="0">
            <a:spAutoFit/>
          </a:bodyPr>
          <a:lstStyle/>
          <a:p>
            <a:endParaRPr lang="es-MX" b="1" dirty="0">
              <a:latin typeface="Poppins" panose="00000500000000000000"/>
            </a:endParaRPr>
          </a:p>
          <a:p>
            <a:r>
              <a:rPr lang="es-MX" b="1" dirty="0">
                <a:latin typeface="Poppins" panose="00000500000000000000"/>
              </a:rPr>
              <a:t>RESIDUOS ESPECIALES </a:t>
            </a:r>
          </a:p>
          <a:p>
            <a:pPr algn="just"/>
            <a:endParaRPr lang="es-MX" b="1" dirty="0">
              <a:latin typeface="Poppins" panose="00000500000000000000"/>
            </a:endParaRPr>
          </a:p>
          <a:p>
            <a:pPr algn="just"/>
            <a:r>
              <a:rPr lang="es-MX" dirty="0"/>
              <a:t>Los residuos especiales son materiales que, por su gran volumen, peso o composición, no pueden recolectarse con la basura doméstica ordinaria y requieren un manejo diferenciado. Incluyen aceites usados, llantas, escombros (RCD), electrodomésticos, colchones y muebles, los cuales deben ser entregados en puntos de acopio autorizados o con gestores especializados.</a:t>
            </a:r>
            <a:endParaRPr lang="es-MX" b="1" dirty="0">
              <a:latin typeface="Poppins" panose="00000500000000000000"/>
            </a:endParaRPr>
          </a:p>
          <a:p>
            <a:endParaRPr lang="es-MX" b="1" dirty="0">
              <a:latin typeface="Poppins" panose="00000500000000000000"/>
            </a:endParaRPr>
          </a:p>
          <a:p>
            <a:r>
              <a:rPr lang="es-MX" b="1" dirty="0">
                <a:latin typeface="Poppins" panose="00000500000000000000"/>
              </a:rPr>
              <a:t>RESIDUOS ELECTRÓNICOS (RAEE)</a:t>
            </a:r>
          </a:p>
          <a:p>
            <a:pPr algn="just"/>
            <a:r>
              <a:rPr lang="es-MX" dirty="0">
                <a:latin typeface="Poppins" panose="00000500000000000000"/>
              </a:rPr>
              <a:t>Estos son productos electrónicos desechados, como teléfonos, computadoras, electrodomésticos y más. Este tipo de residuos contiene componentes valiosos (como metales preciosos) y materiales peligrosos (como plomo, mercurio y cadmio), por lo que requiere de una gestión mucho más especializada. Su tratamiento incorrecto es una fuente importante de contaminación y un riesgo para la salud, mientras que su reciclaje permite la recuperación de materiales críticos y valiosos.</a:t>
            </a:r>
          </a:p>
          <a:p>
            <a:endParaRPr lang="es-MX" sz="2000" b="1" u="sng" dirty="0">
              <a:latin typeface="Poppins" panose="00000500000000000000"/>
            </a:endParaRPr>
          </a:p>
          <a:p>
            <a:endParaRPr lang="es-MX" dirty="0"/>
          </a:p>
          <a:p>
            <a:endParaRPr lang="es-MX" dirty="0"/>
          </a:p>
          <a:p>
            <a:pPr algn="just"/>
            <a:endParaRPr lang="es-CO" sz="2000" b="1" u="sng" dirty="0">
              <a:latin typeface="Poppins" panose="00000500000000000000"/>
            </a:endParaRPr>
          </a:p>
        </p:txBody>
      </p:sp>
    </p:spTree>
    <p:extLst>
      <p:ext uri="{BB962C8B-B14F-4D97-AF65-F5344CB8AC3E}">
        <p14:creationId xmlns:p14="http://schemas.microsoft.com/office/powerpoint/2010/main" val="1022126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895813" y="1825564"/>
            <a:ext cx="10405336" cy="4341489"/>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751154" y="3608932"/>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sz="4000" b="1" dirty="0"/>
              <a:t>Sabes que es PGIRS?</a:t>
            </a:r>
          </a:p>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4813540" y="2509734"/>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r>
              <a:rPr lang="es-MX" sz="1800" dirty="0">
                <a:latin typeface="Poppins" panose="00000500000000000000"/>
              </a:rPr>
              <a:t>Es el instrumento de planeación municipal o regional que contiene un conjunto ordenado de objetivos, metas, programas, proyectos, actividades y recursos definidos por uno o más entes territoriales para el manejo de los residuos sólidos, basado en la política de gestión integral de los mismos, el cual se ejecutará durante un período determinado, basándose en un diagnóstico inicial, en su proyección hacia el futuro y en un plan financiero viable que permita garantizar el mejoramiento continuo del manejo de residuos y la prestación del servicio de aseo a nivel municipal o regional, evaluado a través de la medición de resultados. Corresponde a la entidad territorial la formulación, implementación, evaluación, seguimiento, control y actualización del PGIRS.</a:t>
            </a:r>
            <a:endParaRPr lang="es-CO" sz="1800" dirty="0">
              <a:latin typeface="Poppins" panose="00000500000000000000"/>
              <a:cs typeface="Poppins" panose="00000500000000000000" pitchFamily="2" charset="0"/>
            </a:endParaRPr>
          </a:p>
        </p:txBody>
      </p:sp>
    </p:spTree>
    <p:extLst>
      <p:ext uri="{BB962C8B-B14F-4D97-AF65-F5344CB8AC3E}">
        <p14:creationId xmlns:p14="http://schemas.microsoft.com/office/powerpoint/2010/main" val="3471467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166399" y="71888"/>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sz="2500" dirty="0">
                <a:solidFill>
                  <a:schemeClr val="tx1"/>
                </a:solidFill>
                <a:latin typeface="Poppins" panose="00000500000000000000"/>
              </a:rPr>
              <a:t>El </a:t>
            </a:r>
            <a:r>
              <a:rPr lang="es-MX" sz="2500" b="1" u="sng" dirty="0">
                <a:solidFill>
                  <a:schemeClr val="tx1"/>
                </a:solidFill>
                <a:latin typeface="Poppins" panose="00000500000000000000"/>
              </a:rPr>
              <a:t>PGIRS</a:t>
            </a:r>
            <a:r>
              <a:rPr lang="es-MX" sz="2500" dirty="0">
                <a:solidFill>
                  <a:schemeClr val="tx1"/>
                </a:solidFill>
                <a:latin typeface="Poppins" panose="00000500000000000000"/>
              </a:rPr>
              <a:t> contiene </a:t>
            </a:r>
            <a:r>
              <a:rPr lang="es-MX" sz="2500" b="1" u="sng" dirty="0">
                <a:solidFill>
                  <a:schemeClr val="tx1"/>
                </a:solidFill>
                <a:latin typeface="Poppins" panose="00000500000000000000"/>
              </a:rPr>
              <a:t>13 programas</a:t>
            </a:r>
            <a:r>
              <a:rPr lang="es-MX" sz="2500" dirty="0">
                <a:solidFill>
                  <a:schemeClr val="tx1"/>
                </a:solidFill>
                <a:latin typeface="Poppins" panose="00000500000000000000"/>
              </a:rPr>
              <a:t> cada uno con objetivos, lineamientos, proyectos, actividades y recursos definidos por el ente territorial, que buscan generar herramientas para lograr una gestión adecuada de los residuos sólidos y fortalecer la dimensión ambiental, social, técnica, operativa y económica, promoviendo una estrategia de economía circular y un distrito sostenible. A continuación se describen los diferentes programas del </a:t>
            </a:r>
            <a:r>
              <a:rPr lang="es-MX" sz="2500" b="1" u="sng" dirty="0">
                <a:solidFill>
                  <a:schemeClr val="tx1"/>
                </a:solidFill>
                <a:latin typeface="Poppins" panose="00000500000000000000"/>
              </a:rPr>
              <a:t>PGIRS</a:t>
            </a:r>
            <a:r>
              <a:rPr lang="es-MX" sz="2500" dirty="0">
                <a:solidFill>
                  <a:schemeClr val="tx1"/>
                </a:solidFill>
                <a:latin typeface="Poppins" panose="00000500000000000000"/>
              </a:rPr>
              <a:t>.</a:t>
            </a:r>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751154" y="3608932"/>
            <a:ext cx="2864909" cy="11228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s-CO" sz="4000" b="1" dirty="0"/>
          </a:p>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1485057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166399" y="71888"/>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010405" y="1916488"/>
            <a:ext cx="8661218" cy="35644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500" b="1" dirty="0">
                <a:latin typeface="Poppins" panose="00000500000000000000"/>
              </a:rPr>
              <a:t>1</a:t>
            </a:r>
            <a:r>
              <a:rPr lang="es-MX" sz="2500" dirty="0">
                <a:latin typeface="Poppins" panose="00000500000000000000"/>
              </a:rPr>
              <a:t>. En el </a:t>
            </a:r>
            <a:r>
              <a:rPr lang="es-MX" sz="2500" b="1" u="sng" dirty="0">
                <a:latin typeface="Poppins" panose="00000500000000000000"/>
              </a:rPr>
              <a:t>institucional</a:t>
            </a:r>
            <a:r>
              <a:rPr lang="es-MX" sz="2500" b="1" dirty="0">
                <a:latin typeface="Poppins" panose="00000500000000000000"/>
              </a:rPr>
              <a:t>, </a:t>
            </a:r>
            <a:r>
              <a:rPr lang="es-MX" sz="2500" dirty="0">
                <a:latin typeface="Poppins" panose="00000500000000000000"/>
              </a:rPr>
              <a:t>el cual es el primero en el desarrollo del Pgirs, define las condiciones para  la gestión integral de residuos sólidos y la prestación del servicio público de aseo en el Distrito, acorde con la normatividad nacional vigente y las características territoriales y poblacionales del Distrito. Este programa precisa las variables y condiciones de la prestación del servicio público de aseo, para asegurar el cumplimiento de las obligaciones de regulación y seguimiento a la prestación del servicio público de aseo de los diferentes actores.</a:t>
            </a:r>
            <a:endParaRPr lang="es-CO" sz="2500" dirty="0">
              <a:latin typeface="Poppins" panose="00000500000000000000"/>
            </a:endParaRPr>
          </a:p>
          <a:p>
            <a:pPr algn="ctr"/>
            <a:endParaRPr lang="es-CO" sz="2800" b="1" dirty="0">
              <a:latin typeface="Poppins" panose="00000500000000000000"/>
            </a:endParaRPr>
          </a:p>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4170964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101600" y="114523"/>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010405" y="1916488"/>
            <a:ext cx="8661218" cy="334977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500" b="1" dirty="0">
                <a:latin typeface="Poppins" panose="00000500000000000000"/>
              </a:rPr>
              <a:t>2. </a:t>
            </a:r>
            <a:r>
              <a:rPr lang="es-MX" sz="2500" b="1" u="sng" dirty="0">
                <a:latin typeface="Poppins" panose="00000500000000000000"/>
              </a:rPr>
              <a:t>Programa de Recolección, Transporte y Transferencia</a:t>
            </a:r>
            <a:r>
              <a:rPr lang="es-MX" sz="2500" dirty="0">
                <a:latin typeface="Poppins" panose="00000500000000000000"/>
              </a:rPr>
              <a:t>, el cual está orientado a las actividades de almacenamiento, presentación, recolección, transporte y/o transferencia de residuos sólidos no aprovechables y aprovechables, se busca fortalecer bajo la modalidad servicio puerta a puerta sin y con carreteo, la recolección colectiva o puntos de almacenamiento colectivo, logrando con ello espacios públicos limpios y libres de residuos sólidos.</a:t>
            </a:r>
            <a:endParaRPr lang="es-CO" sz="2800" b="1" dirty="0">
              <a:latin typeface="Poppins" panose="00000500000000000000"/>
            </a:endParaRPr>
          </a:p>
          <a:p>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100320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010405" y="1916488"/>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500" dirty="0">
                <a:latin typeface="Poppins" panose="00000500000000000000"/>
              </a:rPr>
              <a:t>3. </a:t>
            </a:r>
            <a:r>
              <a:rPr lang="es-MX" sz="2500" b="1" u="sng" dirty="0">
                <a:latin typeface="Poppins" panose="00000500000000000000"/>
              </a:rPr>
              <a:t>El programa de Barrido y limpieza de vías y áreas públicas </a:t>
            </a:r>
            <a:r>
              <a:rPr lang="es-MX" sz="2500" dirty="0">
                <a:latin typeface="Poppins" panose="00000500000000000000"/>
              </a:rPr>
              <a:t>consiste en el conjunto de acciones orientadas a mantener  las áreas y vías públicas libres de todo residuo sólido, esparcido o acumulado, como papeles, hojas, arenilla o cualquier otro objeto o material susceptible de ser removido manualmente o mediante el uso de equipos mecánicos, con el objetivo de asegurar el bienestar y la salubridad, de las personas que transitan por el distrito y que puedan gozar de un ambiente sano.</a:t>
            </a:r>
            <a:endParaRPr lang="es-CO" sz="2500" dirty="0">
              <a:latin typeface="Poppins" panose="00000500000000000000"/>
            </a:endParaRPr>
          </a:p>
          <a:p>
            <a:pPr algn="just"/>
            <a:r>
              <a:rPr lang="es-MX" sz="2500" b="1" dirty="0">
                <a:latin typeface="Poppins" panose="00000500000000000000"/>
              </a:rPr>
              <a:t> </a:t>
            </a:r>
            <a:endParaRPr lang="es-CO" sz="4000" b="1" dirty="0">
              <a:solidFill>
                <a:srgbClr val="215C5D"/>
              </a:solidFill>
              <a:latin typeface="Poppins" panose="00000500000000000000" pitchFamily="2" charset="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3803265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1010405" y="1916488"/>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4. </a:t>
            </a:r>
            <a:r>
              <a:rPr lang="es-MX" sz="2500" b="1" u="sng" dirty="0">
                <a:latin typeface="Poppins" panose="00000500000000000000"/>
              </a:rPr>
              <a:t>El programa de Limpieza de Playas Costeras y Ribereñas </a:t>
            </a:r>
            <a:r>
              <a:rPr lang="es-MX" sz="2500" dirty="0">
                <a:latin typeface="Poppins" panose="00000500000000000000"/>
              </a:rPr>
              <a:t>corresponde a una actividad complementaria del servicio de aseo, para la preservación de estos ecosistemas y sus relaciones territoriales. Teniendo en cuenta la normatividad relacionada a este programa y la dinámica del territorio, a Santiago de Cali no le corresponde establecer un programa como tal, debido a la ausencia de playas costeras. Sin embargo, se establecieron los lineamientos asociados a aquellos ríos que cruzan la zona urbana del Distrito, para el mantenimiento y cuidado de las fuentes hídricas y de sus ecosistemas asociados. </a:t>
            </a:r>
            <a:endParaRPr lang="es-CO" sz="2500" b="1"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387456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92999" y="1482760"/>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5. </a:t>
            </a:r>
            <a:r>
              <a:rPr lang="es-MX" sz="2400" b="1" u="sng" dirty="0">
                <a:latin typeface="Poppins" panose="00000500000000000000"/>
              </a:rPr>
              <a:t>El programa de Corte de césped y Poda de árboles</a:t>
            </a:r>
            <a:r>
              <a:rPr lang="es-MX" sz="2400" dirty="0">
                <a:latin typeface="Poppins" panose="00000500000000000000"/>
              </a:rPr>
              <a:t> busca preservar y mejorar los servicios ambientales de las zonas verdes arboladas que brindan a los habitantes, como la conservación del suelo y el agua, reducción de la contaminación del aire y el ruido, sustentación de la biodiversidad urbana y beneficios sociales en términos de ornamentación y paisajismo. </a:t>
            </a:r>
            <a:endParaRPr lang="es-CO" sz="2500" b="1"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3907002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92999" y="1482760"/>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6. </a:t>
            </a:r>
            <a:r>
              <a:rPr lang="es-MX" sz="2400" b="1" u="sng" dirty="0">
                <a:latin typeface="Poppins" panose="00000500000000000000"/>
              </a:rPr>
              <a:t>El programa de Lavado de áreas públicas</a:t>
            </a:r>
            <a:r>
              <a:rPr lang="es-MX" sz="2400" dirty="0">
                <a:latin typeface="Poppins" panose="00000500000000000000"/>
              </a:rPr>
              <a:t> consiste en la limpieza mediante el empleo de agua a presión, de aquellas áreas públicas cuya condición se deteriora por el uso inadecuado de las mismas. Para el distrito de Santiago de Cali es fundamental contar con espacios limpios y estéticamente agradables en beneficio de su población. </a:t>
            </a:r>
            <a:endParaRPr lang="es-CO" sz="2500" b="1"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275742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717221"/>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7. </a:t>
            </a:r>
            <a:r>
              <a:rPr lang="es-MX" sz="2400" b="1" u="sng" dirty="0">
                <a:latin typeface="Poppins" panose="00000500000000000000"/>
              </a:rPr>
              <a:t>El programa de  aprovechamiento</a:t>
            </a:r>
            <a:r>
              <a:rPr lang="es-MX" sz="2400" dirty="0">
                <a:latin typeface="Poppins" panose="00000500000000000000"/>
              </a:rPr>
              <a:t> es una actividad complementaria del servicio público de aseo que debe realizarse de forma integral, orientada a la recolección y transporte de residuos aprovechables, como el papel, cartón, plástico, metal y vidrio, que deben ser separados previamente por el usuario. Así mismo este programa busca fortalecer la gestión de residuos aprovechables con la implementación de estrategias e infraestructuras, para fortalecer los procesos de reutilización y reciclaje, con un enfoque de economía circular.</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1109717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717221"/>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8. </a:t>
            </a:r>
            <a:r>
              <a:rPr lang="es-MX" sz="2400" b="1" u="sng" dirty="0">
                <a:latin typeface="Poppins" panose="00000500000000000000"/>
              </a:rPr>
              <a:t>El Programa de Inclusión de Recicladores</a:t>
            </a:r>
            <a:r>
              <a:rPr lang="es-MX" sz="2400" dirty="0">
                <a:latin typeface="Poppins" panose="00000500000000000000"/>
              </a:rPr>
              <a:t>, tiene como objetivo contribuir en la formalización de los recicladores de oficio en el proceso de recolección, transporte y comercialización de los residuos sólidos aprovechables y su participación en otras actividades complementarias del servicio público de aseo. Así mismo, busca fortalecer las acciones afirmativas en la garantía de sus derechos y promover la identificación y dignificación del oficio del reciclador en su rol como prestador de la actividad de aprovechamiento.</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2553290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717221"/>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9. </a:t>
            </a:r>
            <a:r>
              <a:rPr lang="es-MX" sz="2400" b="1" u="sng" dirty="0">
                <a:latin typeface="Poppins" panose="00000500000000000000"/>
              </a:rPr>
              <a:t>El Programa Disposición Final</a:t>
            </a:r>
            <a:r>
              <a:rPr lang="es-MX" sz="2400" dirty="0">
                <a:latin typeface="Poppins" panose="00000500000000000000"/>
              </a:rPr>
              <a:t> garantiza que esta actividad se realice técnica y ambientalmente de forma adecuada, previniendo o disminuyendo los niveles de contaminación mediante procedimientos técnicos efectivos. Así mismo se deberá propender por analizar e implementar alternativas de aprovechamiento y/o tratamiento de residuos sólidos en el sitio de disposición final. Este programa también incluye las obligaciones derivadas del </a:t>
            </a:r>
            <a:r>
              <a:rPr lang="es-MX" sz="2400" dirty="0" err="1">
                <a:latin typeface="Poppins" panose="00000500000000000000"/>
              </a:rPr>
              <a:t>pos</a:t>
            </a:r>
            <a:r>
              <a:rPr lang="es-MX" sz="2400" dirty="0">
                <a:latin typeface="Poppins" panose="00000500000000000000"/>
              </a:rPr>
              <a:t> clausura en el antiguo sitio de disposición final de Navarro</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2940141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717221"/>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10. </a:t>
            </a:r>
            <a:r>
              <a:rPr lang="es-MX" sz="2400" b="1" u="sng" dirty="0">
                <a:latin typeface="Poppins" panose="00000500000000000000"/>
              </a:rPr>
              <a:t>El Programa de Gestión de Residuos Sólidos Especiales </a:t>
            </a:r>
            <a:r>
              <a:rPr lang="es-MX" sz="2400" dirty="0">
                <a:latin typeface="Poppins" panose="00000500000000000000"/>
              </a:rPr>
              <a:t>– RSE, tiene como propósito establecer acciones para el adecuado manejo, recolección, transporte, aprovechamiento, tratamiento y/o disposición final de los Residuos Especiales, como colchones, llantas, muebles y enseres, aceites de cocina, residuos que por su composición, naturaleza, tamaño, volumen y peso, no pueden ser recolectados, manejados, tratados o dispuestos normalmente por la persona prestadora del servicio público de aseo y deberá ser pactado libremente entre la persona prestadora del servicio y el usuario. </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2294789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889394"/>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11. </a:t>
            </a:r>
            <a:r>
              <a:rPr lang="es-MX" sz="2400" b="1" u="sng" dirty="0">
                <a:latin typeface="Poppins" panose="00000500000000000000"/>
              </a:rPr>
              <a:t>El Programa de Gestión de Residuos de Construcción y Demolición – RCD</a:t>
            </a:r>
            <a:r>
              <a:rPr lang="es-MX" sz="2400" dirty="0">
                <a:latin typeface="Poppins" panose="00000500000000000000"/>
              </a:rPr>
              <a:t>, tiene como objetivo definir las acciones para la gestión integral y sostenible en el manejo adecuado, separación, almacenamiento, recolección, transporte, aprovechamiento y disposición final de los RCD, asegurando la mayor recuperación y reincorporación de los mismos al proceso constructivo de la ciudad, igualmente la reducción en la generación, el reciclaje, aumento de la reutilización y aprovechamiento en la mayor cantidad posible, disminuyendo así en gran medida las fracciones no aprovechables que se llevan a disposición final. </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1330289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482760"/>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12. </a:t>
            </a:r>
            <a:r>
              <a:rPr lang="es-MX" sz="2400" b="1" u="sng" dirty="0">
                <a:latin typeface="Poppins" panose="00000500000000000000"/>
              </a:rPr>
              <a:t>El programa de Gestión de Residuos en el Área Rural</a:t>
            </a:r>
            <a:r>
              <a:rPr lang="es-MX" sz="2400" dirty="0">
                <a:latin typeface="Poppins" panose="00000500000000000000"/>
              </a:rPr>
              <a:t> da continuidad y mejora a las acciones relacionadas a la gestión adecuada de los residuos sólidos aprovechables, no aprovechables y la prestación del servicio público de aseo. En los corregimientos, de acuerdo a sus características territoriales y poblacionales. </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1519277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09A2041F-8287-4F67-87EF-F9A1B3110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2516964"/>
            <a:ext cx="12192000" cy="8128000"/>
          </a:xfrm>
          <a:prstGeom prst="rect">
            <a:avLst/>
          </a:prstGeom>
        </p:spPr>
      </p:pic>
      <p:sp>
        <p:nvSpPr>
          <p:cNvPr id="19" name="Rectángulo 18">
            <a:extLst>
              <a:ext uri="{FF2B5EF4-FFF2-40B4-BE49-F238E27FC236}">
                <a16:creationId xmlns:a16="http://schemas.microsoft.com/office/drawing/2014/main" id="{B4CD06C3-3C71-40E8-94E8-FF7C7D8094B9}"/>
              </a:ext>
            </a:extLst>
          </p:cNvPr>
          <p:cNvSpPr/>
          <p:nvPr/>
        </p:nvSpPr>
        <p:spPr>
          <a:xfrm>
            <a:off x="0" y="4968606"/>
            <a:ext cx="12192000" cy="1889393"/>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C0BD7D6F-663F-4036-A4EF-4C23A229ED27}"/>
              </a:ext>
            </a:extLst>
          </p:cNvPr>
          <p:cNvSpPr/>
          <p:nvPr/>
        </p:nvSpPr>
        <p:spPr>
          <a:xfrm>
            <a:off x="55009" y="82781"/>
            <a:ext cx="10405336" cy="6251880"/>
          </a:xfrm>
          <a:prstGeom prst="rect">
            <a:avLst/>
          </a:prstGeom>
          <a:solidFill>
            <a:srgbClr val="E2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CO" sz="2500" dirty="0">
              <a:solidFill>
                <a:schemeClr val="tx1"/>
              </a:solidFill>
              <a:latin typeface="Poppins" panose="00000500000000000000"/>
            </a:endParaRPr>
          </a:p>
        </p:txBody>
      </p:sp>
      <p:sp>
        <p:nvSpPr>
          <p:cNvPr id="13" name="Título 1">
            <a:extLst>
              <a:ext uri="{FF2B5EF4-FFF2-40B4-BE49-F238E27FC236}">
                <a16:creationId xmlns:a16="http://schemas.microsoft.com/office/drawing/2014/main" id="{2BEBB957-E729-4BBA-B0F2-1D375146AF72}"/>
              </a:ext>
            </a:extLst>
          </p:cNvPr>
          <p:cNvSpPr txBox="1">
            <a:spLocks/>
          </p:cNvSpPr>
          <p:nvPr/>
        </p:nvSpPr>
        <p:spPr>
          <a:xfrm>
            <a:off x="1290767" y="4244981"/>
            <a:ext cx="4644207" cy="12359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O" sz="4000" b="1" dirty="0">
              <a:solidFill>
                <a:srgbClr val="215C5D"/>
              </a:solidFill>
              <a:latin typeface="Poppins" panose="00000500000000000000" pitchFamily="2" charset="0"/>
              <a:cs typeface="Poppins" panose="00000500000000000000" pitchFamily="2" charset="0"/>
            </a:endParaRPr>
          </a:p>
        </p:txBody>
      </p:sp>
      <p:pic>
        <p:nvPicPr>
          <p:cNvPr id="21" name="Imagen 20">
            <a:extLst>
              <a:ext uri="{FF2B5EF4-FFF2-40B4-BE49-F238E27FC236}">
                <a16:creationId xmlns:a16="http://schemas.microsoft.com/office/drawing/2014/main" id="{748812C5-3A84-438F-90F7-5E9B87641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85642"/>
            <a:ext cx="893331" cy="1190147"/>
          </a:xfrm>
          <a:prstGeom prst="rect">
            <a:avLst/>
          </a:prstGeom>
        </p:spPr>
      </p:pic>
      <p:pic>
        <p:nvPicPr>
          <p:cNvPr id="23" name="Imagen 22">
            <a:extLst>
              <a:ext uri="{FF2B5EF4-FFF2-40B4-BE49-F238E27FC236}">
                <a16:creationId xmlns:a16="http://schemas.microsoft.com/office/drawing/2014/main" id="{C71B023B-1B16-4817-9789-0D2AE12FD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149" y="5692757"/>
            <a:ext cx="890852" cy="1186845"/>
          </a:xfrm>
          <a:prstGeom prst="rect">
            <a:avLst/>
          </a:prstGeom>
        </p:spPr>
      </p:pic>
      <p:grpSp>
        <p:nvGrpSpPr>
          <p:cNvPr id="40" name="Grupo 39">
            <a:extLst>
              <a:ext uri="{FF2B5EF4-FFF2-40B4-BE49-F238E27FC236}">
                <a16:creationId xmlns:a16="http://schemas.microsoft.com/office/drawing/2014/main" id="{75E606E3-2077-4784-AEC8-A5DD65BE3014}"/>
              </a:ext>
            </a:extLst>
          </p:cNvPr>
          <p:cNvGrpSpPr/>
          <p:nvPr/>
        </p:nvGrpSpPr>
        <p:grpSpPr>
          <a:xfrm>
            <a:off x="10095581" y="134790"/>
            <a:ext cx="2096419" cy="1910593"/>
            <a:chOff x="10095581" y="249471"/>
            <a:chExt cx="2096419" cy="1910593"/>
          </a:xfrm>
        </p:grpSpPr>
        <p:sp>
          <p:nvSpPr>
            <p:cNvPr id="41" name="Rectángulo 40">
              <a:extLst>
                <a:ext uri="{FF2B5EF4-FFF2-40B4-BE49-F238E27FC236}">
                  <a16:creationId xmlns:a16="http://schemas.microsoft.com/office/drawing/2014/main" id="{254F250F-52C9-408A-8D91-ED6699D1EC23}"/>
                </a:ext>
              </a:extLst>
            </p:cNvPr>
            <p:cNvSpPr/>
            <p:nvPr/>
          </p:nvSpPr>
          <p:spPr>
            <a:xfrm>
              <a:off x="10648829" y="648913"/>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D85EE433-C582-4CF9-AD46-D62B670E8D5E}"/>
                </a:ext>
              </a:extLst>
            </p:cNvPr>
            <p:cNvSpPr/>
            <p:nvPr/>
          </p:nvSpPr>
          <p:spPr>
            <a:xfrm>
              <a:off x="10095581" y="648913"/>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3" name="Imagen 42">
              <a:extLst>
                <a:ext uri="{FF2B5EF4-FFF2-40B4-BE49-F238E27FC236}">
                  <a16:creationId xmlns:a16="http://schemas.microsoft.com/office/drawing/2014/main" id="{0A9F1448-D1CD-4694-A06C-FD91F1F4E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861" y="249471"/>
              <a:ext cx="1910593" cy="1910593"/>
            </a:xfrm>
            <a:prstGeom prst="rect">
              <a:avLst/>
            </a:prstGeom>
          </p:spPr>
        </p:pic>
      </p:grpSp>
      <p:sp>
        <p:nvSpPr>
          <p:cNvPr id="20" name="Título 1">
            <a:extLst>
              <a:ext uri="{FF2B5EF4-FFF2-40B4-BE49-F238E27FC236}">
                <a16:creationId xmlns:a16="http://schemas.microsoft.com/office/drawing/2014/main" id="{64938B0D-28EF-42FD-85D0-A65C3AE44F1C}"/>
              </a:ext>
            </a:extLst>
          </p:cNvPr>
          <p:cNvSpPr txBox="1">
            <a:spLocks/>
          </p:cNvSpPr>
          <p:nvPr/>
        </p:nvSpPr>
        <p:spPr>
          <a:xfrm>
            <a:off x="953711" y="1482760"/>
            <a:ext cx="8661218" cy="3030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MX" sz="2400" dirty="0">
                <a:latin typeface="Poppins" panose="00000500000000000000"/>
              </a:rPr>
              <a:t>13. </a:t>
            </a:r>
            <a:r>
              <a:rPr lang="es-MX" sz="2400" b="1" u="sng" dirty="0">
                <a:latin typeface="Poppins" panose="00000500000000000000"/>
              </a:rPr>
              <a:t>El programa de Gestión de Riesgo</a:t>
            </a:r>
            <a:r>
              <a:rPr lang="es-MX" sz="2400" dirty="0">
                <a:latin typeface="Poppins" panose="00000500000000000000"/>
              </a:rPr>
              <a:t> busca establecer las directrices sobre el quehacer antes, durante y después de una emergencia o desastre, en la gestión integral de residuos sólidos para la gestión y reducción de los riesgos asociados en el área urbana y rural de Santiago de Cali, Así mismo identificar la amenaza y vulnerabilidad a los que está expuesta la población y la infraestructura de la prestación del servicio público de aseo, con el objetivo de contribuir al desarrollo sostenible, la seguridad, el bienestar y la calidad de vida de la comunidad y del territorio. </a:t>
            </a:r>
            <a:endParaRPr lang="es-CO" sz="2500" dirty="0">
              <a:solidFill>
                <a:srgbClr val="215C5D"/>
              </a:solidFill>
              <a:latin typeface="Poppins" panose="00000500000000000000"/>
              <a:cs typeface="Poppins" panose="00000500000000000000" pitchFamily="2" charset="0"/>
            </a:endParaRPr>
          </a:p>
        </p:txBody>
      </p:sp>
      <p:sp>
        <p:nvSpPr>
          <p:cNvPr id="22" name="Título 1">
            <a:extLst>
              <a:ext uri="{FF2B5EF4-FFF2-40B4-BE49-F238E27FC236}">
                <a16:creationId xmlns:a16="http://schemas.microsoft.com/office/drawing/2014/main" id="{61E61CC5-5024-4CE2-9974-ACAA35FEAEA4}"/>
              </a:ext>
            </a:extLst>
          </p:cNvPr>
          <p:cNvSpPr txBox="1">
            <a:spLocks/>
          </p:cNvSpPr>
          <p:nvPr/>
        </p:nvSpPr>
        <p:spPr>
          <a:xfrm>
            <a:off x="2829065" y="2142368"/>
            <a:ext cx="6087693" cy="291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endParaRPr lang="es-CO" sz="2000" dirty="0">
              <a:latin typeface="Poppins" panose="00000500000000000000"/>
              <a:cs typeface="Poppins" panose="00000500000000000000" pitchFamily="2" charset="0"/>
            </a:endParaRPr>
          </a:p>
        </p:txBody>
      </p:sp>
      <p:sp>
        <p:nvSpPr>
          <p:cNvPr id="2" name="CuadroTexto 1">
            <a:extLst>
              <a:ext uri="{FF2B5EF4-FFF2-40B4-BE49-F238E27FC236}">
                <a16:creationId xmlns:a16="http://schemas.microsoft.com/office/drawing/2014/main" id="{A3117E5D-3664-45DE-82B7-6B9B1A468096}"/>
              </a:ext>
            </a:extLst>
          </p:cNvPr>
          <p:cNvSpPr txBox="1"/>
          <p:nvPr/>
        </p:nvSpPr>
        <p:spPr>
          <a:xfrm>
            <a:off x="1355787" y="134790"/>
            <a:ext cx="7857066" cy="1015663"/>
          </a:xfrm>
          <a:prstGeom prst="rect">
            <a:avLst/>
          </a:prstGeom>
          <a:noFill/>
        </p:spPr>
        <p:txBody>
          <a:bodyPr wrap="square" rtlCol="0">
            <a:spAutoFit/>
          </a:bodyPr>
          <a:lstStyle/>
          <a:p>
            <a:pPr algn="ctr"/>
            <a:r>
              <a:rPr lang="es-MX" sz="3000" b="1" dirty="0">
                <a:latin typeface="Poppins"/>
              </a:rPr>
              <a:t>PROGRAMAS DEL PLAN DE GESTIÓN INTEGRAL DE RESIDUOS SOLIDOS </a:t>
            </a:r>
            <a:endParaRPr lang="es-CO" sz="3000" b="1" dirty="0">
              <a:latin typeface="Poppins"/>
            </a:endParaRPr>
          </a:p>
        </p:txBody>
      </p:sp>
    </p:spTree>
    <p:extLst>
      <p:ext uri="{BB962C8B-B14F-4D97-AF65-F5344CB8AC3E}">
        <p14:creationId xmlns:p14="http://schemas.microsoft.com/office/powerpoint/2010/main" val="3230866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g36218d017e9_1_1"/>
          <p:cNvPicPr preferRelativeResize="0"/>
          <p:nvPr/>
        </p:nvPicPr>
        <p:blipFill rotWithShape="1">
          <a:blip r:embed="rId3">
            <a:alphaModFix/>
          </a:blip>
          <a:srcRect/>
          <a:stretch/>
        </p:blipFill>
        <p:spPr>
          <a:xfrm>
            <a:off x="0" y="0"/>
            <a:ext cx="12192000" cy="6858001"/>
          </a:xfrm>
          <a:prstGeom prst="rect">
            <a:avLst/>
          </a:prstGeom>
          <a:noFill/>
          <a:ln>
            <a:noFill/>
          </a:ln>
        </p:spPr>
      </p:pic>
      <p:sp>
        <p:nvSpPr>
          <p:cNvPr id="79" name="Google Shape;79;g36218d017e9_1_1"/>
          <p:cNvSpPr txBox="1"/>
          <p:nvPr/>
        </p:nvSpPr>
        <p:spPr>
          <a:xfrm>
            <a:off x="6764540" y="595846"/>
            <a:ext cx="5427459" cy="3312766"/>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ctr" defTabSz="914400" rtl="0" eaLnBrk="1" fontAlgn="auto" latinLnBrk="0" hangingPunct="1">
              <a:lnSpc>
                <a:spcPct val="150000"/>
              </a:lnSpc>
              <a:spcBef>
                <a:spcPts val="0"/>
              </a:spcBef>
              <a:spcAft>
                <a:spcPts val="0"/>
              </a:spcAft>
              <a:buClr>
                <a:srgbClr val="FFFFFF"/>
              </a:buClr>
              <a:buSzPts val="4800"/>
              <a:buFont typeface="Poppins"/>
              <a:buNone/>
              <a:tabLst/>
              <a:defRPr/>
            </a:pPr>
            <a:r>
              <a:rPr kumimoji="0" lang="es-MX" sz="3500" b="1" i="0" u="none" strike="noStrike" kern="0" cap="none" spc="0" normalizeH="0" baseline="0" noProof="0" dirty="0">
                <a:ln>
                  <a:noFill/>
                </a:ln>
                <a:solidFill>
                  <a:srgbClr val="FFFFFF"/>
                </a:solidFill>
                <a:effectLst/>
                <a:uLnTx/>
                <a:uFillTx/>
                <a:latin typeface="Poppins"/>
                <a:ea typeface="Poppins"/>
                <a:cs typeface="Poppins"/>
                <a:sym typeface="Poppins"/>
              </a:rPr>
              <a:t>ESQUEMA DE LIBRE COMPETENCIA EN EL SERVICIO DE RECOLECCION DE RESIDUOS SOLIDOS EN EL DISTRITO ESPECIAL DE SANTIAGO DE CALI </a:t>
            </a:r>
            <a:endParaRPr kumimoji="0" sz="3500" b="1" i="0" u="none" strike="noStrike" kern="0" cap="none" spc="0" normalizeH="0" baseline="0" noProof="0" dirty="0">
              <a:ln>
                <a:noFill/>
              </a:ln>
              <a:solidFill>
                <a:srgbClr val="FFFFFF"/>
              </a:solidFill>
              <a:effectLst/>
              <a:uLnTx/>
              <a:uFillTx/>
              <a:latin typeface="Poppins"/>
              <a:ea typeface="Poppins"/>
              <a:cs typeface="Poppins"/>
              <a:sym typeface="Poppins"/>
            </a:endParaRPr>
          </a:p>
          <a:p>
            <a:pPr marL="0" marR="0" lvl="0" indent="0" algn="ctr" defTabSz="914400" rtl="0" eaLnBrk="1" fontAlgn="auto" latinLnBrk="0" hangingPunct="1">
              <a:lnSpc>
                <a:spcPct val="70000"/>
              </a:lnSpc>
              <a:spcBef>
                <a:spcPts val="0"/>
              </a:spcBef>
              <a:spcAft>
                <a:spcPts val="0"/>
              </a:spcAft>
              <a:buClr>
                <a:srgbClr val="FFFFFF"/>
              </a:buClr>
              <a:buSzPts val="4800"/>
              <a:buFont typeface="Poppins"/>
              <a:buNone/>
              <a:tabLst/>
              <a:defRPr/>
            </a:pPr>
            <a:endParaRPr kumimoji="0" sz="4000" b="1" i="0" u="none" strike="noStrike" kern="0" cap="none" spc="0" normalizeH="0" baseline="0" noProof="0" dirty="0">
              <a:ln>
                <a:noFill/>
              </a:ln>
              <a:solidFill>
                <a:srgbClr val="FFFFFF"/>
              </a:solidFill>
              <a:effectLst/>
              <a:uLnTx/>
              <a:uFillTx/>
              <a:latin typeface="Poppins"/>
              <a:ea typeface="Poppins"/>
              <a:cs typeface="Poppins"/>
              <a:sym typeface="Poppins"/>
            </a:endParaRPr>
          </a:p>
        </p:txBody>
      </p:sp>
      <p:sp>
        <p:nvSpPr>
          <p:cNvPr id="80" name="Google Shape;80;g36218d017e9_1_1"/>
          <p:cNvSpPr txBox="1">
            <a:spLocks noGrp="1"/>
          </p:cNvSpPr>
          <p:nvPr>
            <p:ph type="title"/>
          </p:nvPr>
        </p:nvSpPr>
        <p:spPr>
          <a:xfrm>
            <a:off x="4305300" y="2010836"/>
            <a:ext cx="10534200" cy="1124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0000"/>
              </a:buClr>
              <a:buSzPts val="2000"/>
              <a:buFont typeface="Arial"/>
              <a:buNone/>
            </a:pPr>
            <a:endParaRPr sz="4000" b="1" dirty="0">
              <a:solidFill>
                <a:srgbClr val="215C5D"/>
              </a:solidFill>
              <a:latin typeface="Poppins"/>
              <a:ea typeface="Poppins"/>
              <a:cs typeface="Poppins"/>
              <a:sym typeface="Poppins"/>
            </a:endParaRPr>
          </a:p>
          <a:p>
            <a:pPr marL="0" lvl="0" indent="0" algn="ctr" rtl="0">
              <a:lnSpc>
                <a:spcPct val="90000"/>
              </a:lnSpc>
              <a:spcBef>
                <a:spcPts val="0"/>
              </a:spcBef>
              <a:spcAft>
                <a:spcPts val="0"/>
              </a:spcAft>
              <a:buClr>
                <a:srgbClr val="000000"/>
              </a:buClr>
              <a:buSzPts val="2000"/>
              <a:buFont typeface="Arial"/>
              <a:buNone/>
            </a:pPr>
            <a:br>
              <a:rPr lang="es-MX" sz="1366" b="1" dirty="0">
                <a:solidFill>
                  <a:srgbClr val="215C5D"/>
                </a:solidFill>
                <a:latin typeface="Poppins"/>
                <a:ea typeface="Poppins"/>
                <a:cs typeface="Poppins"/>
                <a:sym typeface="Poppins"/>
              </a:rPr>
            </a:br>
            <a:endParaRPr sz="1366" b="1" dirty="0">
              <a:solidFill>
                <a:srgbClr val="215C5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6218d017e9_1_124"/>
          <p:cNvSpPr/>
          <p:nvPr/>
        </p:nvSpPr>
        <p:spPr>
          <a:xfrm>
            <a:off x="-20700" y="84744"/>
            <a:ext cx="10022594" cy="7390804"/>
          </a:xfrm>
          <a:prstGeom prst="rect">
            <a:avLst/>
          </a:prstGeom>
          <a:solidFill>
            <a:srgbClr val="B8D2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rgbClr val="215C5D"/>
              </a:solidFill>
              <a:latin typeface="Poppins"/>
              <a:ea typeface="Poppins"/>
              <a:cs typeface="Poppins"/>
              <a:sym typeface="Poppins"/>
            </a:endParaRPr>
          </a:p>
        </p:txBody>
      </p:sp>
      <p:sp>
        <p:nvSpPr>
          <p:cNvPr id="86" name="Google Shape;86;g36218d017e9_1_124"/>
          <p:cNvSpPr txBox="1"/>
          <p:nvPr/>
        </p:nvSpPr>
        <p:spPr>
          <a:xfrm>
            <a:off x="5357594" y="84744"/>
            <a:ext cx="4644300" cy="13734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215C5D"/>
              </a:buClr>
              <a:buSzPts val="4000"/>
              <a:buFont typeface="Poppins"/>
              <a:buNone/>
            </a:pPr>
            <a:endParaRPr sz="4000" b="1" i="0" u="none" strike="noStrike" cap="none">
              <a:solidFill>
                <a:srgbClr val="215C5D"/>
              </a:solidFill>
              <a:latin typeface="Poppins"/>
              <a:ea typeface="Poppins"/>
              <a:cs typeface="Poppins"/>
              <a:sym typeface="Poppins"/>
            </a:endParaRPr>
          </a:p>
        </p:txBody>
      </p:sp>
      <p:grpSp>
        <p:nvGrpSpPr>
          <p:cNvPr id="87" name="Google Shape;87;g36218d017e9_1_124"/>
          <p:cNvGrpSpPr/>
          <p:nvPr/>
        </p:nvGrpSpPr>
        <p:grpSpPr>
          <a:xfrm>
            <a:off x="-466165" y="5809129"/>
            <a:ext cx="1486152" cy="1506872"/>
            <a:chOff x="683016" y="-168973"/>
            <a:chExt cx="2081375" cy="1910594"/>
          </a:xfrm>
        </p:grpSpPr>
        <p:grpSp>
          <p:nvGrpSpPr>
            <p:cNvPr id="88" name="Google Shape;88;g36218d017e9_1_124"/>
            <p:cNvGrpSpPr/>
            <p:nvPr/>
          </p:nvGrpSpPr>
          <p:grpSpPr>
            <a:xfrm>
              <a:off x="683016" y="230469"/>
              <a:ext cx="2081375" cy="1111800"/>
              <a:chOff x="683016" y="230469"/>
              <a:chExt cx="2081375" cy="1111800"/>
            </a:xfrm>
          </p:grpSpPr>
          <p:sp>
            <p:nvSpPr>
              <p:cNvPr id="89" name="Google Shape;89;g36218d017e9_1_124"/>
              <p:cNvSpPr/>
              <p:nvPr/>
            </p:nvSpPr>
            <p:spPr>
              <a:xfrm>
                <a:off x="683016" y="230469"/>
                <a:ext cx="1543200" cy="111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g36218d017e9_1_124"/>
              <p:cNvSpPr/>
              <p:nvPr/>
            </p:nvSpPr>
            <p:spPr>
              <a:xfrm>
                <a:off x="1687991" y="230469"/>
                <a:ext cx="1076400" cy="11118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91" name="Google Shape;91;g36218d017e9_1_124"/>
            <p:cNvPicPr preferRelativeResize="0"/>
            <p:nvPr/>
          </p:nvPicPr>
          <p:blipFill rotWithShape="1">
            <a:blip r:embed="rId3">
              <a:alphaModFix/>
            </a:blip>
            <a:srcRect/>
            <a:stretch/>
          </p:blipFill>
          <p:spPr>
            <a:xfrm>
              <a:off x="683016" y="-168973"/>
              <a:ext cx="1910594" cy="1910594"/>
            </a:xfrm>
            <a:prstGeom prst="rect">
              <a:avLst/>
            </a:prstGeom>
            <a:noFill/>
            <a:ln>
              <a:noFill/>
            </a:ln>
          </p:spPr>
        </p:pic>
      </p:grpSp>
      <p:sp>
        <p:nvSpPr>
          <p:cNvPr id="92" name="Google Shape;92;g36218d017e9_1_124"/>
          <p:cNvSpPr txBox="1"/>
          <p:nvPr/>
        </p:nvSpPr>
        <p:spPr>
          <a:xfrm>
            <a:off x="6352342" y="1938911"/>
            <a:ext cx="3237300" cy="1224900"/>
          </a:xfrm>
          <a:prstGeom prst="rect">
            <a:avLst/>
          </a:prstGeom>
          <a:noFill/>
          <a:ln>
            <a:noFill/>
          </a:ln>
        </p:spPr>
        <p:txBody>
          <a:bodyPr spcFirstLastPara="1" wrap="square" lIns="91425" tIns="45700" rIns="91425" bIns="45700" anchor="t" anchorCtr="0">
            <a:normAutofit/>
          </a:bodyPr>
          <a:lstStyle/>
          <a:p>
            <a:pPr marL="114300" marR="0" lvl="0" indent="0" algn="just" rtl="0">
              <a:lnSpc>
                <a:spcPct val="90000"/>
              </a:lnSpc>
              <a:spcBef>
                <a:spcPts val="1000"/>
              </a:spcBef>
              <a:spcAft>
                <a:spcPts val="0"/>
              </a:spcAft>
              <a:buClr>
                <a:schemeClr val="dk1"/>
              </a:buClr>
              <a:buSzPts val="1800"/>
              <a:buFont typeface="Arial"/>
              <a:buNone/>
            </a:pPr>
            <a:endParaRPr sz="2800" b="0" i="0" u="none" strike="noStrike" cap="none">
              <a:solidFill>
                <a:schemeClr val="dk1"/>
              </a:solidFill>
              <a:latin typeface="Calibri"/>
              <a:ea typeface="Calibri"/>
              <a:cs typeface="Calibri"/>
              <a:sym typeface="Calibri"/>
            </a:endParaRPr>
          </a:p>
        </p:txBody>
      </p:sp>
      <p:sp>
        <p:nvSpPr>
          <p:cNvPr id="94" name="Google Shape;94;g36218d017e9_1_124"/>
          <p:cNvSpPr/>
          <p:nvPr/>
        </p:nvSpPr>
        <p:spPr>
          <a:xfrm>
            <a:off x="27938" y="2884400"/>
            <a:ext cx="2212800" cy="1274400"/>
          </a:xfrm>
          <a:prstGeom prst="rect">
            <a:avLst/>
          </a:prstGeom>
          <a:solidFill>
            <a:srgbClr val="B8D23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42242535-D8A1-49CE-827E-FFF18118561B}"/>
              </a:ext>
            </a:extLst>
          </p:cNvPr>
          <p:cNvSpPr txBox="1"/>
          <p:nvPr/>
        </p:nvSpPr>
        <p:spPr>
          <a:xfrm>
            <a:off x="215941" y="149470"/>
            <a:ext cx="3186682" cy="1077218"/>
          </a:xfrm>
          <a:prstGeom prst="rect">
            <a:avLst/>
          </a:prstGeom>
          <a:noFill/>
        </p:spPr>
        <p:txBody>
          <a:bodyPr wrap="square" rtlCol="0">
            <a:spAutoFit/>
          </a:bodyPr>
          <a:lstStyle/>
          <a:p>
            <a:r>
              <a:rPr lang="es-MX" sz="2500" b="1" dirty="0">
                <a:solidFill>
                  <a:schemeClr val="bg1"/>
                </a:solidFill>
                <a:latin typeface="Poppins" panose="020B0604020202020204" charset="0"/>
                <a:cs typeface="Poppins" panose="020B0604020202020204" charset="0"/>
              </a:rPr>
              <a:t>ANTECEDENTES…</a:t>
            </a:r>
          </a:p>
          <a:p>
            <a:endParaRPr lang="es-MX" sz="2500" b="1" dirty="0">
              <a:solidFill>
                <a:schemeClr val="bg1"/>
              </a:solidFill>
              <a:latin typeface="Poppins" panose="020B0604020202020204" charset="0"/>
              <a:cs typeface="Poppins" panose="020B0604020202020204" charset="0"/>
            </a:endParaRPr>
          </a:p>
          <a:p>
            <a:endParaRPr lang="es-CO" dirty="0"/>
          </a:p>
        </p:txBody>
      </p:sp>
      <p:sp>
        <p:nvSpPr>
          <p:cNvPr id="3" name="CuadroTexto 2">
            <a:extLst>
              <a:ext uri="{FF2B5EF4-FFF2-40B4-BE49-F238E27FC236}">
                <a16:creationId xmlns:a16="http://schemas.microsoft.com/office/drawing/2014/main" id="{7CF19944-2FC4-45F5-AB16-19F3B00A3DE6}"/>
              </a:ext>
            </a:extLst>
          </p:cNvPr>
          <p:cNvSpPr txBox="1"/>
          <p:nvPr/>
        </p:nvSpPr>
        <p:spPr>
          <a:xfrm>
            <a:off x="898045" y="1240084"/>
            <a:ext cx="8483347" cy="4093428"/>
          </a:xfrm>
          <a:prstGeom prst="rect">
            <a:avLst/>
          </a:prstGeom>
          <a:noFill/>
        </p:spPr>
        <p:txBody>
          <a:bodyPr wrap="square" rtlCol="0">
            <a:spAutoFit/>
          </a:bodyPr>
          <a:lstStyle/>
          <a:p>
            <a:pPr algn="just"/>
            <a:r>
              <a:rPr lang="es-MX" sz="2000" dirty="0">
                <a:latin typeface="Poppins" panose="020B0604020202020204" charset="0"/>
                <a:cs typeface="Poppins" panose="020B0604020202020204" charset="0"/>
              </a:rPr>
              <a:t>La prestación del servicio de recolección de basuras en Cali se rige por el esquema de libre competencia, establecido en la </a:t>
            </a:r>
            <a:r>
              <a:rPr lang="es-MX" sz="2000" i="1" dirty="0">
                <a:latin typeface="Poppins" panose="020B0604020202020204" charset="0"/>
                <a:cs typeface="Poppins" panose="020B0604020202020204" charset="0"/>
              </a:rPr>
              <a:t>Ley 142 de 1994</a:t>
            </a:r>
            <a:r>
              <a:rPr lang="es-MX" sz="2000" dirty="0">
                <a:latin typeface="Poppins" panose="020B0604020202020204" charset="0"/>
                <a:cs typeface="Poppins" panose="020B0604020202020204" charset="0"/>
              </a:rPr>
              <a:t>, modelo que opera en la ciudad desde 2010.</a:t>
            </a:r>
            <a:br>
              <a:rPr lang="es-MX" sz="2000" dirty="0">
                <a:latin typeface="Poppins" panose="020B0604020202020204" charset="0"/>
                <a:cs typeface="Poppins" panose="020B0604020202020204" charset="0"/>
              </a:rPr>
            </a:br>
            <a:br>
              <a:rPr lang="es-MX" sz="2000" dirty="0">
                <a:latin typeface="Poppins" panose="020B0604020202020204" charset="0"/>
                <a:cs typeface="Poppins" panose="020B0604020202020204" charset="0"/>
              </a:rPr>
            </a:br>
            <a:r>
              <a:rPr lang="es-MX" sz="2000" dirty="0">
                <a:latin typeface="Poppins" panose="020B0604020202020204" charset="0"/>
                <a:cs typeface="Poppins" panose="020B0604020202020204" charset="0"/>
              </a:rPr>
              <a:t>Es importante precisar que las decisiones relacionadas sobre la prestación del servicio de aseo que realizaba </a:t>
            </a:r>
            <a:r>
              <a:rPr lang="es-MX" sz="2000" i="1" dirty="0">
                <a:latin typeface="Poppins" panose="020B0604020202020204" charset="0"/>
                <a:cs typeface="Poppins" panose="020B0604020202020204" charset="0"/>
              </a:rPr>
              <a:t>EMSIRVA en Liquidación</a:t>
            </a:r>
            <a:r>
              <a:rPr lang="es-MX" sz="2000" dirty="0">
                <a:latin typeface="Poppins" panose="020B0604020202020204" charset="0"/>
                <a:cs typeface="Poppins" panose="020B0604020202020204" charset="0"/>
              </a:rPr>
              <a:t>, fueron adoptadas por el Gobierno Nacional, en el marco de la intervención que inició en 2005.</a:t>
            </a:r>
            <a:br>
              <a:rPr lang="es-MX" sz="2000" dirty="0">
                <a:latin typeface="Poppins" panose="020B0604020202020204" charset="0"/>
                <a:cs typeface="Poppins" panose="020B0604020202020204" charset="0"/>
              </a:rPr>
            </a:br>
            <a:br>
              <a:rPr lang="es-MX" sz="2000" dirty="0">
                <a:latin typeface="Poppins" panose="020B0604020202020204" charset="0"/>
                <a:cs typeface="Poppins" panose="020B0604020202020204" charset="0"/>
              </a:rPr>
            </a:br>
            <a:r>
              <a:rPr lang="es-MX" sz="2000" dirty="0">
                <a:latin typeface="Poppins" panose="020B0604020202020204" charset="0"/>
                <a:cs typeface="Poppins" panose="020B0604020202020204" charset="0"/>
              </a:rPr>
              <a:t>A partir de dicha intervención, fue la Superintendencia de Servicios Públicos Domiciliarios la encargada de garantizar la prestación del servicio de aseo en Cali, a través de cuatro contratos de operación.</a:t>
            </a:r>
            <a:endParaRPr lang="es-CO" sz="2000" dirty="0">
              <a:latin typeface="Poppins" panose="020B0604020202020204" charset="0"/>
              <a:cs typeface="Poppins" panose="020B060402020202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g362968db3d7_0_133"/>
          <p:cNvPicPr preferRelativeResize="0"/>
          <p:nvPr/>
        </p:nvPicPr>
        <p:blipFill rotWithShape="1">
          <a:blip r:embed="rId3">
            <a:alphaModFix/>
          </a:blip>
          <a:srcRect l="16960" r="17452"/>
          <a:stretch/>
        </p:blipFill>
        <p:spPr>
          <a:xfrm>
            <a:off x="6807925" y="0"/>
            <a:ext cx="5384073" cy="6857998"/>
          </a:xfrm>
          <a:prstGeom prst="rect">
            <a:avLst/>
          </a:prstGeom>
          <a:noFill/>
          <a:ln>
            <a:noFill/>
          </a:ln>
        </p:spPr>
      </p:pic>
      <p:sp>
        <p:nvSpPr>
          <p:cNvPr id="133" name="Google Shape;133;g362968db3d7_0_133"/>
          <p:cNvSpPr/>
          <p:nvPr/>
        </p:nvSpPr>
        <p:spPr>
          <a:xfrm>
            <a:off x="-71308" y="-107576"/>
            <a:ext cx="6386098" cy="6858000"/>
          </a:xfrm>
          <a:prstGeom prst="rect">
            <a:avLst/>
          </a:prstGeom>
          <a:solidFill>
            <a:srgbClr val="E2F3F3"/>
          </a:solidFill>
          <a:ln>
            <a:noFill/>
          </a:ln>
        </p:spPr>
        <p:txBody>
          <a:bodyPr spcFirstLastPara="1" wrap="square" lIns="91425" tIns="45700" rIns="91425" bIns="45700" anchor="ctr" anchorCtr="0">
            <a:noAutofit/>
          </a:bodyPr>
          <a:lstStyle/>
          <a:p>
            <a:pPr lvl="0" algn="ctr">
              <a:lnSpc>
                <a:spcPct val="90000"/>
              </a:lnSpc>
              <a:buSzPts val="4000"/>
            </a:pPr>
            <a:endParaRPr sz="1800" b="0" i="0" u="none" strike="noStrike" cap="none" dirty="0">
              <a:solidFill>
                <a:schemeClr val="lt1"/>
              </a:solidFill>
              <a:latin typeface="Calibri"/>
              <a:ea typeface="Calibri"/>
              <a:cs typeface="Calibri"/>
              <a:sym typeface="Calibri"/>
            </a:endParaRPr>
          </a:p>
        </p:txBody>
      </p:sp>
      <p:sp>
        <p:nvSpPr>
          <p:cNvPr id="134" name="Google Shape;134;g362968db3d7_0_133"/>
          <p:cNvSpPr/>
          <p:nvPr/>
        </p:nvSpPr>
        <p:spPr>
          <a:xfrm>
            <a:off x="6324333" y="29573"/>
            <a:ext cx="483600" cy="6858000"/>
          </a:xfrm>
          <a:prstGeom prst="rect">
            <a:avLst/>
          </a:prstGeom>
          <a:solidFill>
            <a:srgbClr val="B8D2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36" name="Google Shape;136;g362968db3d7_0_133"/>
          <p:cNvGrpSpPr/>
          <p:nvPr/>
        </p:nvGrpSpPr>
        <p:grpSpPr>
          <a:xfrm>
            <a:off x="10095581" y="134790"/>
            <a:ext cx="2096448" cy="1910594"/>
            <a:chOff x="10095581" y="249471"/>
            <a:chExt cx="2096448" cy="1910594"/>
          </a:xfrm>
        </p:grpSpPr>
        <p:sp>
          <p:nvSpPr>
            <p:cNvPr id="137" name="Google Shape;137;g362968db3d7_0_133"/>
            <p:cNvSpPr/>
            <p:nvPr/>
          </p:nvSpPr>
          <p:spPr>
            <a:xfrm>
              <a:off x="10648829" y="648913"/>
              <a:ext cx="1543200" cy="111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 name="Google Shape;138;g362968db3d7_0_133"/>
            <p:cNvSpPr/>
            <p:nvPr/>
          </p:nvSpPr>
          <p:spPr>
            <a:xfrm>
              <a:off x="10095581" y="648913"/>
              <a:ext cx="1076400" cy="11118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9" name="Google Shape;139;g362968db3d7_0_133"/>
            <p:cNvPicPr preferRelativeResize="0"/>
            <p:nvPr/>
          </p:nvPicPr>
          <p:blipFill rotWithShape="1">
            <a:blip r:embed="rId4">
              <a:alphaModFix/>
            </a:blip>
            <a:srcRect/>
            <a:stretch/>
          </p:blipFill>
          <p:spPr>
            <a:xfrm>
              <a:off x="10271861" y="249471"/>
              <a:ext cx="1910594" cy="1910594"/>
            </a:xfrm>
            <a:prstGeom prst="rect">
              <a:avLst/>
            </a:prstGeom>
            <a:noFill/>
            <a:ln>
              <a:noFill/>
            </a:ln>
          </p:spPr>
        </p:pic>
      </p:grpSp>
      <p:sp>
        <p:nvSpPr>
          <p:cNvPr id="14" name="CuadroTexto 13">
            <a:extLst>
              <a:ext uri="{FF2B5EF4-FFF2-40B4-BE49-F238E27FC236}">
                <a16:creationId xmlns:a16="http://schemas.microsoft.com/office/drawing/2014/main" id="{96542D70-9CBF-4EA2-9B71-523AE05DF425}"/>
              </a:ext>
            </a:extLst>
          </p:cNvPr>
          <p:cNvSpPr txBox="1"/>
          <p:nvPr/>
        </p:nvSpPr>
        <p:spPr>
          <a:xfrm>
            <a:off x="897138" y="134790"/>
            <a:ext cx="4707651" cy="1461939"/>
          </a:xfrm>
          <a:prstGeom prst="rect">
            <a:avLst/>
          </a:prstGeom>
          <a:noFill/>
        </p:spPr>
        <p:txBody>
          <a:bodyPr wrap="square" rtlCol="0">
            <a:spAutoFit/>
          </a:bodyPr>
          <a:lstStyle/>
          <a:p>
            <a:pPr algn="ctr"/>
            <a:r>
              <a:rPr lang="es-MX" sz="2500" b="1" dirty="0">
                <a:solidFill>
                  <a:schemeClr val="tx1"/>
                </a:solidFill>
                <a:latin typeface="Poppins" panose="020B0604020202020204" charset="0"/>
                <a:cs typeface="Poppins" panose="020B0604020202020204" charset="0"/>
              </a:rPr>
              <a:t>¿ QUE ES EL MODELO DE LIBRE COMPETENCIA</a:t>
            </a:r>
          </a:p>
          <a:p>
            <a:endParaRPr lang="es-MX" sz="2500" b="1" dirty="0">
              <a:solidFill>
                <a:schemeClr val="bg1"/>
              </a:solidFill>
              <a:latin typeface="Poppins" panose="020B0604020202020204" charset="0"/>
              <a:cs typeface="Poppins" panose="020B0604020202020204" charset="0"/>
            </a:endParaRPr>
          </a:p>
          <a:p>
            <a:endParaRPr lang="es-CO" dirty="0"/>
          </a:p>
        </p:txBody>
      </p:sp>
      <p:sp>
        <p:nvSpPr>
          <p:cNvPr id="2" name="CuadroTexto 1">
            <a:extLst>
              <a:ext uri="{FF2B5EF4-FFF2-40B4-BE49-F238E27FC236}">
                <a16:creationId xmlns:a16="http://schemas.microsoft.com/office/drawing/2014/main" id="{F9122F6F-0DE5-42D1-AF51-8C4050783961}"/>
              </a:ext>
            </a:extLst>
          </p:cNvPr>
          <p:cNvSpPr txBox="1"/>
          <p:nvPr/>
        </p:nvSpPr>
        <p:spPr>
          <a:xfrm>
            <a:off x="343372" y="1443840"/>
            <a:ext cx="5556738" cy="3970318"/>
          </a:xfrm>
          <a:prstGeom prst="rect">
            <a:avLst/>
          </a:prstGeom>
          <a:noFill/>
        </p:spPr>
        <p:txBody>
          <a:bodyPr wrap="square" rtlCol="0">
            <a:spAutoFit/>
          </a:bodyPr>
          <a:lstStyle/>
          <a:p>
            <a:pPr algn="just"/>
            <a:r>
              <a:rPr lang="es-MX" sz="1800" dirty="0"/>
              <a:t>El </a:t>
            </a:r>
            <a:r>
              <a:rPr lang="es-MX" sz="1800" i="1" dirty="0"/>
              <a:t>modelo de libre competencia</a:t>
            </a:r>
            <a:r>
              <a:rPr lang="es-MX" sz="1800" dirty="0"/>
              <a:t> permite que distintas empresas, debidamente habilitadas y vigiladas, puedan operar en la ciudad, siempre bajo las reglas establecidas por la normatividad. La Administración Distrital no asigna zonas ni contratos, ni define qué empresa presta el servicio en cada sector.</a:t>
            </a:r>
            <a:br>
              <a:rPr lang="es-MX" sz="1800" dirty="0"/>
            </a:br>
            <a:br>
              <a:rPr lang="es-MX" sz="1800" dirty="0"/>
            </a:br>
            <a:r>
              <a:rPr lang="es-MX" sz="1800" dirty="0"/>
              <a:t>Desde el ámbito de sus competencias, la Alcaldía de Cali, a través de la Unidad Administrativa Especial de Servicios Públicos (</a:t>
            </a:r>
            <a:r>
              <a:rPr lang="es-MX" sz="1800" i="1" dirty="0"/>
              <a:t>UAESP</a:t>
            </a:r>
            <a:r>
              <a:rPr lang="es-MX" sz="1800" dirty="0"/>
              <a:t>), realiza </a:t>
            </a:r>
            <a:r>
              <a:rPr lang="es-MX" sz="1800" i="1" dirty="0"/>
              <a:t>seguimiento permanente, verificación en campo y articulación institucional</a:t>
            </a:r>
            <a:r>
              <a:rPr lang="es-MX" sz="1800" dirty="0"/>
              <a:t>, con miras a garantizar que el servicio se preste de manera continua, segura y conforme con la normativa vigente.</a:t>
            </a:r>
            <a:endParaRPr lang="es-CO"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g362968db3d7_0_133"/>
          <p:cNvPicPr preferRelativeResize="0"/>
          <p:nvPr/>
        </p:nvPicPr>
        <p:blipFill rotWithShape="1">
          <a:blip r:embed="rId3">
            <a:alphaModFix/>
          </a:blip>
          <a:srcRect l="16960" r="17452"/>
          <a:stretch/>
        </p:blipFill>
        <p:spPr>
          <a:xfrm>
            <a:off x="6807925" y="0"/>
            <a:ext cx="5384073" cy="6857998"/>
          </a:xfrm>
          <a:prstGeom prst="rect">
            <a:avLst/>
          </a:prstGeom>
          <a:noFill/>
          <a:ln>
            <a:noFill/>
          </a:ln>
        </p:spPr>
      </p:pic>
      <p:sp>
        <p:nvSpPr>
          <p:cNvPr id="133" name="Google Shape;133;g362968db3d7_0_133"/>
          <p:cNvSpPr/>
          <p:nvPr/>
        </p:nvSpPr>
        <p:spPr>
          <a:xfrm>
            <a:off x="-61765" y="-182218"/>
            <a:ext cx="6386098" cy="6858000"/>
          </a:xfrm>
          <a:prstGeom prst="rect">
            <a:avLst/>
          </a:prstGeom>
          <a:solidFill>
            <a:srgbClr val="E2F3F3"/>
          </a:solidFill>
          <a:ln>
            <a:noFill/>
          </a:ln>
        </p:spPr>
        <p:txBody>
          <a:bodyPr spcFirstLastPara="1" wrap="square" lIns="91425" tIns="45700" rIns="91425" bIns="45700" anchor="ctr" anchorCtr="0">
            <a:noAutofit/>
          </a:bodyPr>
          <a:lstStyle/>
          <a:p>
            <a:pPr lvl="0" algn="ctr">
              <a:lnSpc>
                <a:spcPct val="90000"/>
              </a:lnSpc>
              <a:buSzPts val="4000"/>
            </a:pPr>
            <a:endParaRPr sz="1800" b="0" i="0" u="none" strike="noStrike" cap="none" dirty="0">
              <a:solidFill>
                <a:schemeClr val="lt1"/>
              </a:solidFill>
              <a:latin typeface="Calibri"/>
              <a:ea typeface="Calibri"/>
              <a:cs typeface="Calibri"/>
              <a:sym typeface="Calibri"/>
            </a:endParaRPr>
          </a:p>
        </p:txBody>
      </p:sp>
      <p:sp>
        <p:nvSpPr>
          <p:cNvPr id="134" name="Google Shape;134;g362968db3d7_0_133"/>
          <p:cNvSpPr/>
          <p:nvPr/>
        </p:nvSpPr>
        <p:spPr>
          <a:xfrm>
            <a:off x="6324333" y="29573"/>
            <a:ext cx="483600" cy="6858000"/>
          </a:xfrm>
          <a:prstGeom prst="rect">
            <a:avLst/>
          </a:prstGeom>
          <a:solidFill>
            <a:srgbClr val="B8D2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36" name="Google Shape;136;g362968db3d7_0_133"/>
          <p:cNvGrpSpPr/>
          <p:nvPr/>
        </p:nvGrpSpPr>
        <p:grpSpPr>
          <a:xfrm>
            <a:off x="10095581" y="134790"/>
            <a:ext cx="2096448" cy="1910594"/>
            <a:chOff x="10095581" y="249471"/>
            <a:chExt cx="2096448" cy="1910594"/>
          </a:xfrm>
        </p:grpSpPr>
        <p:sp>
          <p:nvSpPr>
            <p:cNvPr id="137" name="Google Shape;137;g362968db3d7_0_133"/>
            <p:cNvSpPr/>
            <p:nvPr/>
          </p:nvSpPr>
          <p:spPr>
            <a:xfrm>
              <a:off x="10648829" y="648913"/>
              <a:ext cx="1543200" cy="111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 name="Google Shape;138;g362968db3d7_0_133"/>
            <p:cNvSpPr/>
            <p:nvPr/>
          </p:nvSpPr>
          <p:spPr>
            <a:xfrm>
              <a:off x="10095581" y="648913"/>
              <a:ext cx="1076400" cy="11118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9" name="Google Shape;139;g362968db3d7_0_133"/>
            <p:cNvPicPr preferRelativeResize="0"/>
            <p:nvPr/>
          </p:nvPicPr>
          <p:blipFill rotWithShape="1">
            <a:blip r:embed="rId4">
              <a:alphaModFix/>
            </a:blip>
            <a:srcRect/>
            <a:stretch/>
          </p:blipFill>
          <p:spPr>
            <a:xfrm>
              <a:off x="10271861" y="249471"/>
              <a:ext cx="1910594" cy="1910594"/>
            </a:xfrm>
            <a:prstGeom prst="rect">
              <a:avLst/>
            </a:prstGeom>
            <a:noFill/>
            <a:ln>
              <a:noFill/>
            </a:ln>
          </p:spPr>
        </p:pic>
      </p:grpSp>
      <p:sp>
        <p:nvSpPr>
          <p:cNvPr id="3" name="CuadroTexto 2">
            <a:extLst>
              <a:ext uri="{FF2B5EF4-FFF2-40B4-BE49-F238E27FC236}">
                <a16:creationId xmlns:a16="http://schemas.microsoft.com/office/drawing/2014/main" id="{739DB064-6743-46F2-8C4C-F8EB8D9EC766}"/>
              </a:ext>
            </a:extLst>
          </p:cNvPr>
          <p:cNvSpPr txBox="1"/>
          <p:nvPr/>
        </p:nvSpPr>
        <p:spPr>
          <a:xfrm>
            <a:off x="526788" y="182218"/>
            <a:ext cx="5569212" cy="4062651"/>
          </a:xfrm>
          <a:prstGeom prst="rect">
            <a:avLst/>
          </a:prstGeom>
          <a:noFill/>
        </p:spPr>
        <p:txBody>
          <a:bodyPr wrap="square" rtlCol="0">
            <a:spAutoFit/>
          </a:bodyPr>
          <a:lstStyle/>
          <a:p>
            <a:r>
              <a:rPr lang="es-MX" sz="2500" b="1" dirty="0"/>
              <a:t>Se recuerda a la ciudadanía la importancia de…</a:t>
            </a:r>
            <a:br>
              <a:rPr lang="es-MX" dirty="0"/>
            </a:br>
            <a:br>
              <a:rPr lang="es-MX" dirty="0"/>
            </a:br>
            <a:endParaRPr lang="es-MX" dirty="0"/>
          </a:p>
          <a:p>
            <a:pPr algn="just"/>
            <a:r>
              <a:rPr lang="es-MX" sz="1800" dirty="0"/>
              <a:t>Verificar en la factura de servicios públicos cuál es la empresa que le presta el servicio público de aseo.</a:t>
            </a:r>
            <a:br>
              <a:rPr lang="es-MX" sz="1800" dirty="0"/>
            </a:br>
            <a:br>
              <a:rPr lang="es-MX" sz="1800" dirty="0"/>
            </a:br>
            <a:endParaRPr lang="es-MX" sz="1800" dirty="0"/>
          </a:p>
          <a:p>
            <a:pPr algn="just"/>
            <a:r>
              <a:rPr lang="es-MX" sz="1800" dirty="0"/>
              <a:t>Entregar los residuos únicamente a la empresa de aseo autorizada y en los horarios establecidos.</a:t>
            </a:r>
            <a:br>
              <a:rPr lang="es-MX" sz="1800" dirty="0"/>
            </a:br>
            <a:br>
              <a:rPr lang="es-MX" sz="1800" dirty="0"/>
            </a:br>
            <a:endParaRPr lang="es-MX" sz="1800" dirty="0"/>
          </a:p>
          <a:p>
            <a:pPr algn="just"/>
            <a:r>
              <a:rPr lang="es-MX" sz="1800" dirty="0"/>
              <a:t>Informarse a través de canales oficiales para evitar confusiones o desinformación.</a:t>
            </a:r>
            <a:endParaRPr lang="es-CO" sz="1800" dirty="0"/>
          </a:p>
        </p:txBody>
      </p:sp>
    </p:spTree>
    <p:extLst>
      <p:ext uri="{BB962C8B-B14F-4D97-AF65-F5344CB8AC3E}">
        <p14:creationId xmlns:p14="http://schemas.microsoft.com/office/powerpoint/2010/main" val="565688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g362968db3d7_0_133"/>
          <p:cNvPicPr preferRelativeResize="0"/>
          <p:nvPr/>
        </p:nvPicPr>
        <p:blipFill rotWithShape="1">
          <a:blip r:embed="rId3">
            <a:alphaModFix/>
          </a:blip>
          <a:srcRect l="16960" r="17452"/>
          <a:stretch/>
        </p:blipFill>
        <p:spPr>
          <a:xfrm>
            <a:off x="6807925" y="0"/>
            <a:ext cx="5384073" cy="6857998"/>
          </a:xfrm>
          <a:prstGeom prst="rect">
            <a:avLst/>
          </a:prstGeom>
          <a:noFill/>
          <a:ln>
            <a:noFill/>
          </a:ln>
        </p:spPr>
      </p:pic>
      <p:sp>
        <p:nvSpPr>
          <p:cNvPr id="133" name="Google Shape;133;g362968db3d7_0_133"/>
          <p:cNvSpPr/>
          <p:nvPr/>
        </p:nvSpPr>
        <p:spPr>
          <a:xfrm>
            <a:off x="84712" y="-96715"/>
            <a:ext cx="6598618" cy="6764974"/>
          </a:xfrm>
          <a:prstGeom prst="rect">
            <a:avLst/>
          </a:prstGeom>
          <a:solidFill>
            <a:srgbClr val="E2F3F3"/>
          </a:solidFill>
          <a:ln>
            <a:noFill/>
          </a:ln>
        </p:spPr>
        <p:txBody>
          <a:bodyPr spcFirstLastPara="1" wrap="square" lIns="91425" tIns="45700" rIns="91425" bIns="45700" anchor="ctr" anchorCtr="0">
            <a:noAutofit/>
          </a:bodyPr>
          <a:lstStyle/>
          <a:p>
            <a:pPr lvl="0" algn="ctr">
              <a:lnSpc>
                <a:spcPct val="90000"/>
              </a:lnSpc>
              <a:buSzPts val="4000"/>
            </a:pPr>
            <a:endParaRPr sz="1800" b="0" i="0" u="none" strike="noStrike" cap="none" dirty="0">
              <a:solidFill>
                <a:schemeClr val="lt1"/>
              </a:solidFill>
              <a:latin typeface="Calibri"/>
              <a:ea typeface="Calibri"/>
              <a:cs typeface="Calibri"/>
              <a:sym typeface="Calibri"/>
            </a:endParaRPr>
          </a:p>
        </p:txBody>
      </p:sp>
      <p:sp>
        <p:nvSpPr>
          <p:cNvPr id="134" name="Google Shape;134;g362968db3d7_0_133"/>
          <p:cNvSpPr/>
          <p:nvPr/>
        </p:nvSpPr>
        <p:spPr>
          <a:xfrm>
            <a:off x="6324333" y="29573"/>
            <a:ext cx="483600" cy="6858000"/>
          </a:xfrm>
          <a:prstGeom prst="rect">
            <a:avLst/>
          </a:prstGeom>
          <a:solidFill>
            <a:srgbClr val="B8D2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36" name="Google Shape;136;g362968db3d7_0_133"/>
          <p:cNvGrpSpPr/>
          <p:nvPr/>
        </p:nvGrpSpPr>
        <p:grpSpPr>
          <a:xfrm>
            <a:off x="10095581" y="134790"/>
            <a:ext cx="2096448" cy="1910594"/>
            <a:chOff x="10095581" y="249471"/>
            <a:chExt cx="2096448" cy="1910594"/>
          </a:xfrm>
        </p:grpSpPr>
        <p:sp>
          <p:nvSpPr>
            <p:cNvPr id="137" name="Google Shape;137;g362968db3d7_0_133"/>
            <p:cNvSpPr/>
            <p:nvPr/>
          </p:nvSpPr>
          <p:spPr>
            <a:xfrm>
              <a:off x="10648829" y="648913"/>
              <a:ext cx="1543200" cy="111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 name="Google Shape;138;g362968db3d7_0_133"/>
            <p:cNvSpPr/>
            <p:nvPr/>
          </p:nvSpPr>
          <p:spPr>
            <a:xfrm>
              <a:off x="10095581" y="648913"/>
              <a:ext cx="1076400" cy="11118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9" name="Google Shape;139;g362968db3d7_0_133"/>
            <p:cNvPicPr preferRelativeResize="0"/>
            <p:nvPr/>
          </p:nvPicPr>
          <p:blipFill rotWithShape="1">
            <a:blip r:embed="rId4">
              <a:alphaModFix/>
            </a:blip>
            <a:srcRect/>
            <a:stretch/>
          </p:blipFill>
          <p:spPr>
            <a:xfrm>
              <a:off x="10271861" y="249471"/>
              <a:ext cx="1910594" cy="1910594"/>
            </a:xfrm>
            <a:prstGeom prst="rect">
              <a:avLst/>
            </a:prstGeom>
            <a:noFill/>
            <a:ln>
              <a:noFill/>
            </a:ln>
          </p:spPr>
        </p:pic>
      </p:grpSp>
      <p:sp>
        <p:nvSpPr>
          <p:cNvPr id="2" name="CuadroTexto 1">
            <a:extLst>
              <a:ext uri="{FF2B5EF4-FFF2-40B4-BE49-F238E27FC236}">
                <a16:creationId xmlns:a16="http://schemas.microsoft.com/office/drawing/2014/main" id="{38FED742-ED1F-400A-81F3-3BDADB9EBF05}"/>
              </a:ext>
            </a:extLst>
          </p:cNvPr>
          <p:cNvSpPr txBox="1"/>
          <p:nvPr/>
        </p:nvSpPr>
        <p:spPr>
          <a:xfrm>
            <a:off x="297232" y="2968783"/>
            <a:ext cx="2810688" cy="276999"/>
          </a:xfrm>
          <a:prstGeom prst="rect">
            <a:avLst/>
          </a:prstGeom>
          <a:noFill/>
        </p:spPr>
        <p:txBody>
          <a:bodyPr wrap="square" rtlCol="0">
            <a:spAutoFit/>
          </a:bodyPr>
          <a:lstStyle/>
          <a:p>
            <a:pPr algn="just"/>
            <a:endParaRPr lang="es-CO" sz="1200" dirty="0">
              <a:latin typeface="Poppins" panose="020B0604020202020204" charset="0"/>
              <a:cs typeface="Poppins" panose="020B0604020202020204" charset="0"/>
            </a:endParaRPr>
          </a:p>
        </p:txBody>
      </p:sp>
      <p:sp>
        <p:nvSpPr>
          <p:cNvPr id="4" name="CuadroTexto 3">
            <a:extLst>
              <a:ext uri="{FF2B5EF4-FFF2-40B4-BE49-F238E27FC236}">
                <a16:creationId xmlns:a16="http://schemas.microsoft.com/office/drawing/2014/main" id="{AFA7F7E2-13B7-4D38-9EF7-9CF370F8C59D}"/>
              </a:ext>
            </a:extLst>
          </p:cNvPr>
          <p:cNvSpPr txBox="1"/>
          <p:nvPr/>
        </p:nvSpPr>
        <p:spPr>
          <a:xfrm>
            <a:off x="3281646" y="5053323"/>
            <a:ext cx="2831263" cy="276999"/>
          </a:xfrm>
          <a:prstGeom prst="rect">
            <a:avLst/>
          </a:prstGeom>
          <a:noFill/>
        </p:spPr>
        <p:txBody>
          <a:bodyPr wrap="square" rtlCol="0">
            <a:spAutoFit/>
          </a:bodyPr>
          <a:lstStyle/>
          <a:p>
            <a:pPr algn="just"/>
            <a:endParaRPr lang="es-CO" sz="1200" dirty="0">
              <a:latin typeface="Poppins" panose="020B0604020202020204" charset="0"/>
              <a:cs typeface="Poppins" panose="020B0604020202020204" charset="0"/>
            </a:endParaRPr>
          </a:p>
        </p:txBody>
      </p:sp>
      <p:sp>
        <p:nvSpPr>
          <p:cNvPr id="6" name="CuadroTexto 5">
            <a:extLst>
              <a:ext uri="{FF2B5EF4-FFF2-40B4-BE49-F238E27FC236}">
                <a16:creationId xmlns:a16="http://schemas.microsoft.com/office/drawing/2014/main" id="{AC198190-04F1-403F-A04A-532365F3DB8B}"/>
              </a:ext>
            </a:extLst>
          </p:cNvPr>
          <p:cNvSpPr txBox="1"/>
          <p:nvPr/>
        </p:nvSpPr>
        <p:spPr>
          <a:xfrm>
            <a:off x="228600" y="430823"/>
            <a:ext cx="6086190" cy="4447371"/>
          </a:xfrm>
          <a:prstGeom prst="rect">
            <a:avLst/>
          </a:prstGeom>
          <a:noFill/>
        </p:spPr>
        <p:txBody>
          <a:bodyPr wrap="square" rtlCol="0">
            <a:spAutoFit/>
          </a:bodyPr>
          <a:lstStyle/>
          <a:p>
            <a:r>
              <a:rPr lang="es-MX" sz="2500" b="1" dirty="0"/>
              <a:t>Para tener claro…</a:t>
            </a:r>
            <a:br>
              <a:rPr lang="es-MX" b="1" dirty="0"/>
            </a:br>
            <a:br>
              <a:rPr lang="es-MX" b="1" dirty="0"/>
            </a:br>
            <a:endParaRPr lang="es-MX" b="1" dirty="0"/>
          </a:p>
          <a:p>
            <a:pPr algn="just"/>
            <a:r>
              <a:rPr lang="es-MX" sz="1800" dirty="0"/>
              <a:t>La Superintendencia de Servicios Públicos Domiciliarios es la entidad que tiene como función, la vigilancia y control sobre las empresas que prestan el servicio  público de aseo en toda Colombia.</a:t>
            </a:r>
            <a:br>
              <a:rPr lang="es-MX" sz="1800" dirty="0"/>
            </a:br>
            <a:br>
              <a:rPr lang="es-MX" sz="1600" dirty="0"/>
            </a:br>
            <a:endParaRPr lang="es-MX" sz="1600" dirty="0"/>
          </a:p>
          <a:p>
            <a:pPr algn="just"/>
            <a:r>
              <a:rPr lang="es-MX" sz="1800" dirty="0"/>
              <a:t>La presencia de otras empresas de aseo en los barrios, no debe dar lugar a la generación de doble facturación para los usuarios. De conformidad con la </a:t>
            </a:r>
            <a:r>
              <a:rPr lang="es-MX" sz="1800" i="1" dirty="0"/>
              <a:t>Ley 142 de 1994</a:t>
            </a:r>
            <a:r>
              <a:rPr lang="es-MX" sz="1800" dirty="0"/>
              <a:t>, la única entidad facultada para facturar el servicio y/o las actividades inherentes, es aquella que haya celebrado el contrato de prestación de servicios públicos con el usuario.</a:t>
            </a:r>
            <a:endParaRPr lang="es-CO" sz="1800" dirty="0"/>
          </a:p>
        </p:txBody>
      </p:sp>
    </p:spTree>
    <p:extLst>
      <p:ext uri="{BB962C8B-B14F-4D97-AF65-F5344CB8AC3E}">
        <p14:creationId xmlns:p14="http://schemas.microsoft.com/office/powerpoint/2010/main" val="1301110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g362968db3d7_0_133"/>
          <p:cNvPicPr preferRelativeResize="0"/>
          <p:nvPr/>
        </p:nvPicPr>
        <p:blipFill rotWithShape="1">
          <a:blip r:embed="rId3">
            <a:alphaModFix/>
          </a:blip>
          <a:srcRect l="16960" r="17452"/>
          <a:stretch/>
        </p:blipFill>
        <p:spPr>
          <a:xfrm>
            <a:off x="6807925" y="0"/>
            <a:ext cx="5384073" cy="6857998"/>
          </a:xfrm>
          <a:prstGeom prst="rect">
            <a:avLst/>
          </a:prstGeom>
          <a:noFill/>
          <a:ln>
            <a:noFill/>
          </a:ln>
        </p:spPr>
      </p:pic>
      <p:sp>
        <p:nvSpPr>
          <p:cNvPr id="133" name="Google Shape;133;g362968db3d7_0_133"/>
          <p:cNvSpPr/>
          <p:nvPr/>
        </p:nvSpPr>
        <p:spPr>
          <a:xfrm>
            <a:off x="84712" y="-96715"/>
            <a:ext cx="6598618" cy="6764974"/>
          </a:xfrm>
          <a:prstGeom prst="rect">
            <a:avLst/>
          </a:prstGeom>
          <a:solidFill>
            <a:srgbClr val="E2F3F3"/>
          </a:solidFill>
          <a:ln>
            <a:noFill/>
          </a:ln>
        </p:spPr>
        <p:txBody>
          <a:bodyPr spcFirstLastPara="1" wrap="square" lIns="91425" tIns="45700" rIns="91425" bIns="45700" anchor="ctr" anchorCtr="0">
            <a:noAutofit/>
          </a:bodyPr>
          <a:lstStyle/>
          <a:p>
            <a:pPr lvl="0" algn="ctr">
              <a:lnSpc>
                <a:spcPct val="90000"/>
              </a:lnSpc>
              <a:buSzPts val="4000"/>
            </a:pPr>
            <a:endParaRPr sz="1800" b="0" i="0" u="none" strike="noStrike" cap="none" dirty="0">
              <a:solidFill>
                <a:schemeClr val="lt1"/>
              </a:solidFill>
              <a:latin typeface="Calibri"/>
              <a:ea typeface="Calibri"/>
              <a:cs typeface="Calibri"/>
              <a:sym typeface="Calibri"/>
            </a:endParaRPr>
          </a:p>
        </p:txBody>
      </p:sp>
      <p:sp>
        <p:nvSpPr>
          <p:cNvPr id="134" name="Google Shape;134;g362968db3d7_0_133"/>
          <p:cNvSpPr/>
          <p:nvPr/>
        </p:nvSpPr>
        <p:spPr>
          <a:xfrm>
            <a:off x="6324333" y="29573"/>
            <a:ext cx="483600" cy="6858000"/>
          </a:xfrm>
          <a:prstGeom prst="rect">
            <a:avLst/>
          </a:prstGeom>
          <a:solidFill>
            <a:srgbClr val="B8D2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36" name="Google Shape;136;g362968db3d7_0_133"/>
          <p:cNvGrpSpPr/>
          <p:nvPr/>
        </p:nvGrpSpPr>
        <p:grpSpPr>
          <a:xfrm>
            <a:off x="10095581" y="134790"/>
            <a:ext cx="2096448" cy="1910594"/>
            <a:chOff x="10095581" y="249471"/>
            <a:chExt cx="2096448" cy="1910594"/>
          </a:xfrm>
        </p:grpSpPr>
        <p:sp>
          <p:nvSpPr>
            <p:cNvPr id="137" name="Google Shape;137;g362968db3d7_0_133"/>
            <p:cNvSpPr/>
            <p:nvPr/>
          </p:nvSpPr>
          <p:spPr>
            <a:xfrm>
              <a:off x="10648829" y="648913"/>
              <a:ext cx="1543200" cy="111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 name="Google Shape;138;g362968db3d7_0_133"/>
            <p:cNvSpPr/>
            <p:nvPr/>
          </p:nvSpPr>
          <p:spPr>
            <a:xfrm>
              <a:off x="10095581" y="648913"/>
              <a:ext cx="1076400" cy="11118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9" name="Google Shape;139;g362968db3d7_0_133"/>
            <p:cNvPicPr preferRelativeResize="0"/>
            <p:nvPr/>
          </p:nvPicPr>
          <p:blipFill rotWithShape="1">
            <a:blip r:embed="rId4">
              <a:alphaModFix/>
            </a:blip>
            <a:srcRect/>
            <a:stretch/>
          </p:blipFill>
          <p:spPr>
            <a:xfrm>
              <a:off x="10271861" y="249471"/>
              <a:ext cx="1910594" cy="1910594"/>
            </a:xfrm>
            <a:prstGeom prst="rect">
              <a:avLst/>
            </a:prstGeom>
            <a:noFill/>
            <a:ln>
              <a:noFill/>
            </a:ln>
          </p:spPr>
        </p:pic>
      </p:grpSp>
      <p:sp>
        <p:nvSpPr>
          <p:cNvPr id="2" name="CuadroTexto 1">
            <a:extLst>
              <a:ext uri="{FF2B5EF4-FFF2-40B4-BE49-F238E27FC236}">
                <a16:creationId xmlns:a16="http://schemas.microsoft.com/office/drawing/2014/main" id="{38FED742-ED1F-400A-81F3-3BDADB9EBF05}"/>
              </a:ext>
            </a:extLst>
          </p:cNvPr>
          <p:cNvSpPr txBox="1"/>
          <p:nvPr/>
        </p:nvSpPr>
        <p:spPr>
          <a:xfrm>
            <a:off x="297232" y="2968783"/>
            <a:ext cx="2810688" cy="276999"/>
          </a:xfrm>
          <a:prstGeom prst="rect">
            <a:avLst/>
          </a:prstGeom>
          <a:noFill/>
        </p:spPr>
        <p:txBody>
          <a:bodyPr wrap="square" rtlCol="0">
            <a:spAutoFit/>
          </a:bodyPr>
          <a:lstStyle/>
          <a:p>
            <a:pPr algn="just"/>
            <a:endParaRPr lang="es-CO" sz="1200" dirty="0">
              <a:latin typeface="Poppins" panose="020B0604020202020204" charset="0"/>
              <a:cs typeface="Poppins" panose="020B0604020202020204" charset="0"/>
            </a:endParaRPr>
          </a:p>
        </p:txBody>
      </p:sp>
      <p:sp>
        <p:nvSpPr>
          <p:cNvPr id="4" name="CuadroTexto 3">
            <a:extLst>
              <a:ext uri="{FF2B5EF4-FFF2-40B4-BE49-F238E27FC236}">
                <a16:creationId xmlns:a16="http://schemas.microsoft.com/office/drawing/2014/main" id="{AFA7F7E2-13B7-4D38-9EF7-9CF370F8C59D}"/>
              </a:ext>
            </a:extLst>
          </p:cNvPr>
          <p:cNvSpPr txBox="1"/>
          <p:nvPr/>
        </p:nvSpPr>
        <p:spPr>
          <a:xfrm>
            <a:off x="3281646" y="5053323"/>
            <a:ext cx="2831263" cy="276999"/>
          </a:xfrm>
          <a:prstGeom prst="rect">
            <a:avLst/>
          </a:prstGeom>
          <a:noFill/>
        </p:spPr>
        <p:txBody>
          <a:bodyPr wrap="square" rtlCol="0">
            <a:spAutoFit/>
          </a:bodyPr>
          <a:lstStyle/>
          <a:p>
            <a:pPr algn="just"/>
            <a:endParaRPr lang="es-CO" sz="1200" dirty="0">
              <a:latin typeface="Poppins" panose="020B0604020202020204" charset="0"/>
              <a:cs typeface="Poppins" panose="020B0604020202020204" charset="0"/>
            </a:endParaRPr>
          </a:p>
        </p:txBody>
      </p:sp>
      <p:sp>
        <p:nvSpPr>
          <p:cNvPr id="6" name="CuadroTexto 5">
            <a:extLst>
              <a:ext uri="{FF2B5EF4-FFF2-40B4-BE49-F238E27FC236}">
                <a16:creationId xmlns:a16="http://schemas.microsoft.com/office/drawing/2014/main" id="{AC198190-04F1-403F-A04A-532365F3DB8B}"/>
              </a:ext>
            </a:extLst>
          </p:cNvPr>
          <p:cNvSpPr txBox="1"/>
          <p:nvPr/>
        </p:nvSpPr>
        <p:spPr>
          <a:xfrm>
            <a:off x="228600" y="430823"/>
            <a:ext cx="6086190" cy="923330"/>
          </a:xfrm>
          <a:prstGeom prst="rect">
            <a:avLst/>
          </a:prstGeom>
          <a:noFill/>
        </p:spPr>
        <p:txBody>
          <a:bodyPr wrap="square" rtlCol="0">
            <a:spAutoFit/>
          </a:bodyPr>
          <a:lstStyle/>
          <a:p>
            <a:pPr algn="ctr"/>
            <a:r>
              <a:rPr lang="es-MX" sz="1800" b="1" dirty="0">
                <a:latin typeface="Poppins" panose="020B0604020202020204" charset="0"/>
                <a:cs typeface="Poppins" panose="020B0604020202020204" charset="0"/>
              </a:rPr>
              <a:t>EMPRESAS PRESTADORAS DEL SERVICIO PUBLICO DE ASEO EN EL DISTRITO ESPECIAL DE SANTIAGO DE CALI</a:t>
            </a:r>
            <a:endParaRPr lang="es-CO" sz="1800" b="1" dirty="0">
              <a:latin typeface="Poppins" panose="020B0604020202020204" charset="0"/>
              <a:cs typeface="Poppins" panose="020B0604020202020204" charset="0"/>
            </a:endParaRPr>
          </a:p>
        </p:txBody>
      </p:sp>
      <p:pic>
        <p:nvPicPr>
          <p:cNvPr id="3" name="Imagen 2">
            <a:extLst>
              <a:ext uri="{FF2B5EF4-FFF2-40B4-BE49-F238E27FC236}">
                <a16:creationId xmlns:a16="http://schemas.microsoft.com/office/drawing/2014/main" id="{571FA414-90ED-4D4D-84A0-2ACCBBFC2802}"/>
              </a:ext>
            </a:extLst>
          </p:cNvPr>
          <p:cNvPicPr>
            <a:picLocks noChangeAspect="1"/>
          </p:cNvPicPr>
          <p:nvPr/>
        </p:nvPicPr>
        <p:blipFill>
          <a:blip r:embed="rId5"/>
          <a:stretch>
            <a:fillRect/>
          </a:stretch>
        </p:blipFill>
        <p:spPr>
          <a:xfrm>
            <a:off x="1965290" y="1354153"/>
            <a:ext cx="2627079" cy="5065071"/>
          </a:xfrm>
          <a:prstGeom prst="rect">
            <a:avLst/>
          </a:prstGeom>
        </p:spPr>
      </p:pic>
    </p:spTree>
    <p:extLst>
      <p:ext uri="{BB962C8B-B14F-4D97-AF65-F5344CB8AC3E}">
        <p14:creationId xmlns:p14="http://schemas.microsoft.com/office/powerpoint/2010/main" val="3327958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E3AEDD12-8F23-4D7A-A568-520D284A84FD}"/>
              </a:ext>
            </a:extLst>
          </p:cNvPr>
          <p:cNvPicPr>
            <a:picLocks noChangeAspect="1"/>
          </p:cNvPicPr>
          <p:nvPr/>
        </p:nvPicPr>
        <p:blipFill rotWithShape="1">
          <a:blip r:embed="rId2">
            <a:extLst>
              <a:ext uri="{28A0092B-C50C-407E-A947-70E740481C1C}">
                <a14:useLocalDpi xmlns:a14="http://schemas.microsoft.com/office/drawing/2010/main" val="0"/>
              </a:ext>
            </a:extLst>
          </a:blip>
          <a:srcRect l="6522" r="38782"/>
          <a:stretch/>
        </p:blipFill>
        <p:spPr>
          <a:xfrm>
            <a:off x="237067" y="59267"/>
            <a:ext cx="4792133" cy="6858000"/>
          </a:xfrm>
          <a:prstGeom prst="rect">
            <a:avLst/>
          </a:prstGeom>
        </p:spPr>
      </p:pic>
      <p:sp>
        <p:nvSpPr>
          <p:cNvPr id="7" name="Rectángulo 6">
            <a:extLst>
              <a:ext uri="{FF2B5EF4-FFF2-40B4-BE49-F238E27FC236}">
                <a16:creationId xmlns:a16="http://schemas.microsoft.com/office/drawing/2014/main" id="{3088894F-F731-48DE-92EC-B7D5B51D63E8}"/>
              </a:ext>
            </a:extLst>
          </p:cNvPr>
          <p:cNvSpPr/>
          <p:nvPr/>
        </p:nvSpPr>
        <p:spPr>
          <a:xfrm>
            <a:off x="5640635" y="0"/>
            <a:ext cx="455365"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8" name="Grupo 37">
            <a:extLst>
              <a:ext uri="{FF2B5EF4-FFF2-40B4-BE49-F238E27FC236}">
                <a16:creationId xmlns:a16="http://schemas.microsoft.com/office/drawing/2014/main" id="{05DBC553-E600-4D8E-BB95-3799B18A8669}"/>
              </a:ext>
            </a:extLst>
          </p:cNvPr>
          <p:cNvGrpSpPr/>
          <p:nvPr/>
        </p:nvGrpSpPr>
        <p:grpSpPr>
          <a:xfrm>
            <a:off x="0" y="4739220"/>
            <a:ext cx="2081367" cy="1910593"/>
            <a:chOff x="683016" y="-168973"/>
            <a:chExt cx="2081367" cy="1910593"/>
          </a:xfrm>
        </p:grpSpPr>
        <p:grpSp>
          <p:nvGrpSpPr>
            <p:cNvPr id="39" name="Grupo 38">
              <a:extLst>
                <a:ext uri="{FF2B5EF4-FFF2-40B4-BE49-F238E27FC236}">
                  <a16:creationId xmlns:a16="http://schemas.microsoft.com/office/drawing/2014/main" id="{0CFE36DC-724C-4052-9B45-B431FA236918}"/>
                </a:ext>
              </a:extLst>
            </p:cNvPr>
            <p:cNvGrpSpPr/>
            <p:nvPr/>
          </p:nvGrpSpPr>
          <p:grpSpPr>
            <a:xfrm>
              <a:off x="683016" y="230469"/>
              <a:ext cx="2081367" cy="1111711"/>
              <a:chOff x="683016" y="230469"/>
              <a:chExt cx="2081367" cy="1111711"/>
            </a:xfrm>
          </p:grpSpPr>
          <p:sp>
            <p:nvSpPr>
              <p:cNvPr id="41" name="Rectángulo 40">
                <a:extLst>
                  <a:ext uri="{FF2B5EF4-FFF2-40B4-BE49-F238E27FC236}">
                    <a16:creationId xmlns:a16="http://schemas.microsoft.com/office/drawing/2014/main" id="{B3D4290C-16D5-4583-8387-08385FBA69A2}"/>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C75774F3-A9C0-42A7-ADDF-FC4518B43C93}"/>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40" name="Imagen 39">
              <a:extLst>
                <a:ext uri="{FF2B5EF4-FFF2-40B4-BE49-F238E27FC236}">
                  <a16:creationId xmlns:a16="http://schemas.microsoft.com/office/drawing/2014/main" id="{FC13FD6B-324A-421A-97B0-FFD997001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pic>
        <p:nvPicPr>
          <p:cNvPr id="2" name="Imagen 1">
            <a:extLst>
              <a:ext uri="{FF2B5EF4-FFF2-40B4-BE49-F238E27FC236}">
                <a16:creationId xmlns:a16="http://schemas.microsoft.com/office/drawing/2014/main" id="{1B26C4AE-1CDE-46CD-A3A5-2B4E1EC82C2D}"/>
              </a:ext>
            </a:extLst>
          </p:cNvPr>
          <p:cNvPicPr>
            <a:picLocks noChangeAspect="1"/>
          </p:cNvPicPr>
          <p:nvPr/>
        </p:nvPicPr>
        <p:blipFill>
          <a:blip r:embed="rId4"/>
          <a:stretch>
            <a:fillRect/>
          </a:stretch>
        </p:blipFill>
        <p:spPr>
          <a:xfrm>
            <a:off x="623123" y="118600"/>
            <a:ext cx="10945753" cy="6531213"/>
          </a:xfrm>
          <a:prstGeom prst="rect">
            <a:avLst/>
          </a:prstGeom>
        </p:spPr>
      </p:pic>
    </p:spTree>
    <p:extLst>
      <p:ext uri="{BB962C8B-B14F-4D97-AF65-F5344CB8AC3E}">
        <p14:creationId xmlns:p14="http://schemas.microsoft.com/office/powerpoint/2010/main" val="4159906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E3AEDD12-8F23-4D7A-A568-520D284A84FD}"/>
              </a:ext>
            </a:extLst>
          </p:cNvPr>
          <p:cNvPicPr>
            <a:picLocks noChangeAspect="1"/>
          </p:cNvPicPr>
          <p:nvPr/>
        </p:nvPicPr>
        <p:blipFill rotWithShape="1">
          <a:blip r:embed="rId2">
            <a:extLst>
              <a:ext uri="{28A0092B-C50C-407E-A947-70E740481C1C}">
                <a14:useLocalDpi xmlns:a14="http://schemas.microsoft.com/office/drawing/2010/main" val="0"/>
              </a:ext>
            </a:extLst>
          </a:blip>
          <a:srcRect l="6522" r="38782"/>
          <a:stretch/>
        </p:blipFill>
        <p:spPr>
          <a:xfrm>
            <a:off x="237067" y="59267"/>
            <a:ext cx="4792133" cy="6858000"/>
          </a:xfrm>
          <a:prstGeom prst="rect">
            <a:avLst/>
          </a:prstGeom>
        </p:spPr>
      </p:pic>
      <p:sp>
        <p:nvSpPr>
          <p:cNvPr id="7" name="Rectángulo 6">
            <a:extLst>
              <a:ext uri="{FF2B5EF4-FFF2-40B4-BE49-F238E27FC236}">
                <a16:creationId xmlns:a16="http://schemas.microsoft.com/office/drawing/2014/main" id="{3088894F-F731-48DE-92EC-B7D5B51D63E8}"/>
              </a:ext>
            </a:extLst>
          </p:cNvPr>
          <p:cNvSpPr/>
          <p:nvPr/>
        </p:nvSpPr>
        <p:spPr>
          <a:xfrm>
            <a:off x="5640635" y="0"/>
            <a:ext cx="455365"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8" name="Grupo 37">
            <a:extLst>
              <a:ext uri="{FF2B5EF4-FFF2-40B4-BE49-F238E27FC236}">
                <a16:creationId xmlns:a16="http://schemas.microsoft.com/office/drawing/2014/main" id="{05DBC553-E600-4D8E-BB95-3799B18A8669}"/>
              </a:ext>
            </a:extLst>
          </p:cNvPr>
          <p:cNvGrpSpPr/>
          <p:nvPr/>
        </p:nvGrpSpPr>
        <p:grpSpPr>
          <a:xfrm>
            <a:off x="0" y="4739220"/>
            <a:ext cx="2081367" cy="1910593"/>
            <a:chOff x="683016" y="-168973"/>
            <a:chExt cx="2081367" cy="1910593"/>
          </a:xfrm>
        </p:grpSpPr>
        <p:grpSp>
          <p:nvGrpSpPr>
            <p:cNvPr id="39" name="Grupo 38">
              <a:extLst>
                <a:ext uri="{FF2B5EF4-FFF2-40B4-BE49-F238E27FC236}">
                  <a16:creationId xmlns:a16="http://schemas.microsoft.com/office/drawing/2014/main" id="{0CFE36DC-724C-4052-9B45-B431FA236918}"/>
                </a:ext>
              </a:extLst>
            </p:cNvPr>
            <p:cNvGrpSpPr/>
            <p:nvPr/>
          </p:nvGrpSpPr>
          <p:grpSpPr>
            <a:xfrm>
              <a:off x="683016" y="230469"/>
              <a:ext cx="2081367" cy="1111711"/>
              <a:chOff x="683016" y="230469"/>
              <a:chExt cx="2081367" cy="1111711"/>
            </a:xfrm>
          </p:grpSpPr>
          <p:sp>
            <p:nvSpPr>
              <p:cNvPr id="41" name="Rectángulo 40">
                <a:extLst>
                  <a:ext uri="{FF2B5EF4-FFF2-40B4-BE49-F238E27FC236}">
                    <a16:creationId xmlns:a16="http://schemas.microsoft.com/office/drawing/2014/main" id="{B3D4290C-16D5-4583-8387-08385FBA69A2}"/>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C75774F3-A9C0-42A7-ADDF-FC4518B43C93}"/>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40" name="Imagen 39">
              <a:extLst>
                <a:ext uri="{FF2B5EF4-FFF2-40B4-BE49-F238E27FC236}">
                  <a16:creationId xmlns:a16="http://schemas.microsoft.com/office/drawing/2014/main" id="{FC13FD6B-324A-421A-97B0-FFD997001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pic>
        <p:nvPicPr>
          <p:cNvPr id="3" name="Imagen 2">
            <a:extLst>
              <a:ext uri="{FF2B5EF4-FFF2-40B4-BE49-F238E27FC236}">
                <a16:creationId xmlns:a16="http://schemas.microsoft.com/office/drawing/2014/main" id="{57E0BB7C-0B99-4761-A275-EFDD32776DDF}"/>
              </a:ext>
            </a:extLst>
          </p:cNvPr>
          <p:cNvPicPr>
            <a:picLocks noChangeAspect="1"/>
          </p:cNvPicPr>
          <p:nvPr/>
        </p:nvPicPr>
        <p:blipFill>
          <a:blip r:embed="rId4"/>
          <a:stretch>
            <a:fillRect/>
          </a:stretch>
        </p:blipFill>
        <p:spPr>
          <a:xfrm>
            <a:off x="67734" y="0"/>
            <a:ext cx="11799480" cy="6858000"/>
          </a:xfrm>
          <a:prstGeom prst="rect">
            <a:avLst/>
          </a:prstGeom>
        </p:spPr>
      </p:pic>
    </p:spTree>
    <p:extLst>
      <p:ext uri="{BB962C8B-B14F-4D97-AF65-F5344CB8AC3E}">
        <p14:creationId xmlns:p14="http://schemas.microsoft.com/office/powerpoint/2010/main" val="2849214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E3AEDD12-8F23-4D7A-A568-520D284A84FD}"/>
              </a:ext>
            </a:extLst>
          </p:cNvPr>
          <p:cNvPicPr>
            <a:picLocks noChangeAspect="1"/>
          </p:cNvPicPr>
          <p:nvPr/>
        </p:nvPicPr>
        <p:blipFill rotWithShape="1">
          <a:blip r:embed="rId2">
            <a:extLst>
              <a:ext uri="{28A0092B-C50C-407E-A947-70E740481C1C}">
                <a14:useLocalDpi xmlns:a14="http://schemas.microsoft.com/office/drawing/2010/main" val="0"/>
              </a:ext>
            </a:extLst>
          </a:blip>
          <a:srcRect l="6522" r="38782"/>
          <a:stretch/>
        </p:blipFill>
        <p:spPr>
          <a:xfrm>
            <a:off x="237067" y="59267"/>
            <a:ext cx="4792133" cy="6858000"/>
          </a:xfrm>
          <a:prstGeom prst="rect">
            <a:avLst/>
          </a:prstGeom>
        </p:spPr>
      </p:pic>
      <p:sp>
        <p:nvSpPr>
          <p:cNvPr id="7" name="Rectángulo 6">
            <a:extLst>
              <a:ext uri="{FF2B5EF4-FFF2-40B4-BE49-F238E27FC236}">
                <a16:creationId xmlns:a16="http://schemas.microsoft.com/office/drawing/2014/main" id="{3088894F-F731-48DE-92EC-B7D5B51D63E8}"/>
              </a:ext>
            </a:extLst>
          </p:cNvPr>
          <p:cNvSpPr/>
          <p:nvPr/>
        </p:nvSpPr>
        <p:spPr>
          <a:xfrm>
            <a:off x="5640635" y="0"/>
            <a:ext cx="455365"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8" name="Grupo 37">
            <a:extLst>
              <a:ext uri="{FF2B5EF4-FFF2-40B4-BE49-F238E27FC236}">
                <a16:creationId xmlns:a16="http://schemas.microsoft.com/office/drawing/2014/main" id="{05DBC553-E600-4D8E-BB95-3799B18A8669}"/>
              </a:ext>
            </a:extLst>
          </p:cNvPr>
          <p:cNvGrpSpPr/>
          <p:nvPr/>
        </p:nvGrpSpPr>
        <p:grpSpPr>
          <a:xfrm>
            <a:off x="0" y="4739220"/>
            <a:ext cx="2081367" cy="1910593"/>
            <a:chOff x="683016" y="-168973"/>
            <a:chExt cx="2081367" cy="1910593"/>
          </a:xfrm>
        </p:grpSpPr>
        <p:grpSp>
          <p:nvGrpSpPr>
            <p:cNvPr id="39" name="Grupo 38">
              <a:extLst>
                <a:ext uri="{FF2B5EF4-FFF2-40B4-BE49-F238E27FC236}">
                  <a16:creationId xmlns:a16="http://schemas.microsoft.com/office/drawing/2014/main" id="{0CFE36DC-724C-4052-9B45-B431FA236918}"/>
                </a:ext>
              </a:extLst>
            </p:cNvPr>
            <p:cNvGrpSpPr/>
            <p:nvPr/>
          </p:nvGrpSpPr>
          <p:grpSpPr>
            <a:xfrm>
              <a:off x="683016" y="230469"/>
              <a:ext cx="2081367" cy="1111711"/>
              <a:chOff x="683016" y="230469"/>
              <a:chExt cx="2081367" cy="1111711"/>
            </a:xfrm>
          </p:grpSpPr>
          <p:sp>
            <p:nvSpPr>
              <p:cNvPr id="41" name="Rectángulo 40">
                <a:extLst>
                  <a:ext uri="{FF2B5EF4-FFF2-40B4-BE49-F238E27FC236}">
                    <a16:creationId xmlns:a16="http://schemas.microsoft.com/office/drawing/2014/main" id="{B3D4290C-16D5-4583-8387-08385FBA69A2}"/>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C75774F3-A9C0-42A7-ADDF-FC4518B43C93}"/>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40" name="Imagen 39">
              <a:extLst>
                <a:ext uri="{FF2B5EF4-FFF2-40B4-BE49-F238E27FC236}">
                  <a16:creationId xmlns:a16="http://schemas.microsoft.com/office/drawing/2014/main" id="{FC13FD6B-324A-421A-97B0-FFD997001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pic>
        <p:nvPicPr>
          <p:cNvPr id="2" name="Imagen 1">
            <a:extLst>
              <a:ext uri="{FF2B5EF4-FFF2-40B4-BE49-F238E27FC236}">
                <a16:creationId xmlns:a16="http://schemas.microsoft.com/office/drawing/2014/main" id="{B2AC867B-EE68-4975-AC18-F963792BDA89}"/>
              </a:ext>
            </a:extLst>
          </p:cNvPr>
          <p:cNvPicPr>
            <a:picLocks noChangeAspect="1"/>
          </p:cNvPicPr>
          <p:nvPr/>
        </p:nvPicPr>
        <p:blipFill>
          <a:blip r:embed="rId4"/>
          <a:stretch>
            <a:fillRect/>
          </a:stretch>
        </p:blipFill>
        <p:spPr>
          <a:xfrm>
            <a:off x="2656" y="208187"/>
            <a:ext cx="10860078" cy="6328080"/>
          </a:xfrm>
          <a:prstGeom prst="rect">
            <a:avLst/>
          </a:prstGeom>
        </p:spPr>
      </p:pic>
    </p:spTree>
    <p:extLst>
      <p:ext uri="{BB962C8B-B14F-4D97-AF65-F5344CB8AC3E}">
        <p14:creationId xmlns:p14="http://schemas.microsoft.com/office/powerpoint/2010/main" val="2098977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E3AEDD12-8F23-4D7A-A568-520D284A84FD}"/>
              </a:ext>
            </a:extLst>
          </p:cNvPr>
          <p:cNvPicPr>
            <a:picLocks noChangeAspect="1"/>
          </p:cNvPicPr>
          <p:nvPr/>
        </p:nvPicPr>
        <p:blipFill rotWithShape="1">
          <a:blip r:embed="rId2">
            <a:extLst>
              <a:ext uri="{28A0092B-C50C-407E-A947-70E740481C1C}">
                <a14:useLocalDpi xmlns:a14="http://schemas.microsoft.com/office/drawing/2010/main" val="0"/>
              </a:ext>
            </a:extLst>
          </a:blip>
          <a:srcRect l="6522" r="38782"/>
          <a:stretch/>
        </p:blipFill>
        <p:spPr>
          <a:xfrm>
            <a:off x="237067" y="59267"/>
            <a:ext cx="4792133" cy="6858000"/>
          </a:xfrm>
          <a:prstGeom prst="rect">
            <a:avLst/>
          </a:prstGeom>
        </p:spPr>
      </p:pic>
      <p:sp>
        <p:nvSpPr>
          <p:cNvPr id="7" name="Rectángulo 6">
            <a:extLst>
              <a:ext uri="{FF2B5EF4-FFF2-40B4-BE49-F238E27FC236}">
                <a16:creationId xmlns:a16="http://schemas.microsoft.com/office/drawing/2014/main" id="{3088894F-F731-48DE-92EC-B7D5B51D63E8}"/>
              </a:ext>
            </a:extLst>
          </p:cNvPr>
          <p:cNvSpPr/>
          <p:nvPr/>
        </p:nvSpPr>
        <p:spPr>
          <a:xfrm>
            <a:off x="5640635" y="0"/>
            <a:ext cx="455365"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8" name="Grupo 37">
            <a:extLst>
              <a:ext uri="{FF2B5EF4-FFF2-40B4-BE49-F238E27FC236}">
                <a16:creationId xmlns:a16="http://schemas.microsoft.com/office/drawing/2014/main" id="{05DBC553-E600-4D8E-BB95-3799B18A8669}"/>
              </a:ext>
            </a:extLst>
          </p:cNvPr>
          <p:cNvGrpSpPr/>
          <p:nvPr/>
        </p:nvGrpSpPr>
        <p:grpSpPr>
          <a:xfrm>
            <a:off x="0" y="4739220"/>
            <a:ext cx="2081367" cy="1910593"/>
            <a:chOff x="683016" y="-168973"/>
            <a:chExt cx="2081367" cy="1910593"/>
          </a:xfrm>
        </p:grpSpPr>
        <p:grpSp>
          <p:nvGrpSpPr>
            <p:cNvPr id="39" name="Grupo 38">
              <a:extLst>
                <a:ext uri="{FF2B5EF4-FFF2-40B4-BE49-F238E27FC236}">
                  <a16:creationId xmlns:a16="http://schemas.microsoft.com/office/drawing/2014/main" id="{0CFE36DC-724C-4052-9B45-B431FA236918}"/>
                </a:ext>
              </a:extLst>
            </p:cNvPr>
            <p:cNvGrpSpPr/>
            <p:nvPr/>
          </p:nvGrpSpPr>
          <p:grpSpPr>
            <a:xfrm>
              <a:off x="683016" y="230469"/>
              <a:ext cx="2081367" cy="1111711"/>
              <a:chOff x="683016" y="230469"/>
              <a:chExt cx="2081367" cy="1111711"/>
            </a:xfrm>
          </p:grpSpPr>
          <p:sp>
            <p:nvSpPr>
              <p:cNvPr id="41" name="Rectángulo 40">
                <a:extLst>
                  <a:ext uri="{FF2B5EF4-FFF2-40B4-BE49-F238E27FC236}">
                    <a16:creationId xmlns:a16="http://schemas.microsoft.com/office/drawing/2014/main" id="{B3D4290C-16D5-4583-8387-08385FBA69A2}"/>
                  </a:ext>
                </a:extLst>
              </p:cNvPr>
              <p:cNvSpPr/>
              <p:nvPr/>
            </p:nvSpPr>
            <p:spPr>
              <a:xfrm>
                <a:off x="683016" y="230469"/>
                <a:ext cx="1543171" cy="1111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C75774F3-A9C0-42A7-ADDF-FC4518B43C93}"/>
                  </a:ext>
                </a:extLst>
              </p:cNvPr>
              <p:cNvSpPr/>
              <p:nvPr/>
            </p:nvSpPr>
            <p:spPr>
              <a:xfrm>
                <a:off x="1687991" y="230469"/>
                <a:ext cx="1076392" cy="1111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40" name="Imagen 39">
              <a:extLst>
                <a:ext uri="{FF2B5EF4-FFF2-40B4-BE49-F238E27FC236}">
                  <a16:creationId xmlns:a16="http://schemas.microsoft.com/office/drawing/2014/main" id="{FC13FD6B-324A-421A-97B0-FFD997001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16" y="-168973"/>
              <a:ext cx="1910593" cy="1910593"/>
            </a:xfrm>
            <a:prstGeom prst="rect">
              <a:avLst/>
            </a:prstGeom>
          </p:spPr>
        </p:pic>
      </p:grpSp>
      <p:pic>
        <p:nvPicPr>
          <p:cNvPr id="3" name="Imagen 2">
            <a:extLst>
              <a:ext uri="{FF2B5EF4-FFF2-40B4-BE49-F238E27FC236}">
                <a16:creationId xmlns:a16="http://schemas.microsoft.com/office/drawing/2014/main" id="{B1A2D84C-388D-45DD-95DA-22490B9AE1AA}"/>
              </a:ext>
            </a:extLst>
          </p:cNvPr>
          <p:cNvPicPr>
            <a:picLocks noChangeAspect="1"/>
          </p:cNvPicPr>
          <p:nvPr/>
        </p:nvPicPr>
        <p:blipFill>
          <a:blip r:embed="rId4"/>
          <a:stretch>
            <a:fillRect/>
          </a:stretch>
        </p:blipFill>
        <p:spPr>
          <a:xfrm>
            <a:off x="1233134" y="208186"/>
            <a:ext cx="9725731" cy="6192613"/>
          </a:xfrm>
          <a:prstGeom prst="rect">
            <a:avLst/>
          </a:prstGeom>
        </p:spPr>
      </p:pic>
    </p:spTree>
    <p:extLst>
      <p:ext uri="{BB962C8B-B14F-4D97-AF65-F5344CB8AC3E}">
        <p14:creationId xmlns:p14="http://schemas.microsoft.com/office/powerpoint/2010/main" val="118926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C5389B2B-8206-429F-B7A8-16F3A71E2402}"/>
              </a:ext>
            </a:extLst>
          </p:cNvPr>
          <p:cNvSpPr/>
          <p:nvPr/>
        </p:nvSpPr>
        <p:spPr>
          <a:xfrm>
            <a:off x="3685064" y="0"/>
            <a:ext cx="8506936" cy="6858000"/>
          </a:xfrm>
          <a:prstGeom prst="rect">
            <a:avLst/>
          </a:prstGeom>
          <a:solidFill>
            <a:srgbClr val="B8D2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Título 1">
            <a:extLst>
              <a:ext uri="{FF2B5EF4-FFF2-40B4-BE49-F238E27FC236}">
                <a16:creationId xmlns:a16="http://schemas.microsoft.com/office/drawing/2014/main" id="{A4DDA8F7-38DD-4027-8D49-1D0A3D411FD3}"/>
              </a:ext>
            </a:extLst>
          </p:cNvPr>
          <p:cNvSpPr txBox="1">
            <a:spLocks/>
          </p:cNvSpPr>
          <p:nvPr/>
        </p:nvSpPr>
        <p:spPr>
          <a:xfrm>
            <a:off x="4806866" y="2997696"/>
            <a:ext cx="2805000" cy="11989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800" b="1" dirty="0">
                <a:solidFill>
                  <a:schemeClr val="bg1"/>
                </a:solidFill>
                <a:latin typeface="Poppins" panose="00000500000000000000" pitchFamily="2" charset="0"/>
                <a:cs typeface="Poppins" panose="00000500000000000000" pitchFamily="2" charset="0"/>
              </a:rPr>
              <a:t>Gracias</a:t>
            </a:r>
            <a:endParaRPr lang="es-CO" sz="4800" b="1" dirty="0">
              <a:solidFill>
                <a:schemeClr val="bg1"/>
              </a:solidFill>
              <a:latin typeface="Poppins" panose="00000500000000000000" pitchFamily="2" charset="0"/>
              <a:cs typeface="Poppins" panose="00000500000000000000" pitchFamily="2" charset="0"/>
            </a:endParaRPr>
          </a:p>
        </p:txBody>
      </p:sp>
      <p:pic>
        <p:nvPicPr>
          <p:cNvPr id="5" name="Imagen 4">
            <a:extLst>
              <a:ext uri="{FF2B5EF4-FFF2-40B4-BE49-F238E27FC236}">
                <a16:creationId xmlns:a16="http://schemas.microsoft.com/office/drawing/2014/main" id="{230296A3-FD98-4B84-87E1-7F5A5E404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50672" cy="6858000"/>
          </a:xfrm>
          <a:prstGeom prst="rect">
            <a:avLst/>
          </a:prstGeom>
        </p:spPr>
      </p:pic>
      <p:pic>
        <p:nvPicPr>
          <p:cNvPr id="7" name="Imagen 6">
            <a:extLst>
              <a:ext uri="{FF2B5EF4-FFF2-40B4-BE49-F238E27FC236}">
                <a16:creationId xmlns:a16="http://schemas.microsoft.com/office/drawing/2014/main" id="{7D7AEB08-0CFD-4C36-B69A-3CB5215227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672" y="2719552"/>
            <a:ext cx="8241328" cy="3910364"/>
          </a:xfrm>
          <a:prstGeom prst="rect">
            <a:avLst/>
          </a:prstGeom>
        </p:spPr>
      </p:pic>
    </p:spTree>
    <p:extLst>
      <p:ext uri="{BB962C8B-B14F-4D97-AF65-F5344CB8AC3E}">
        <p14:creationId xmlns:p14="http://schemas.microsoft.com/office/powerpoint/2010/main" val="1195718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2443</Words>
  <Application>Microsoft Office PowerPoint</Application>
  <PresentationFormat>Panorámica</PresentationFormat>
  <Paragraphs>82</Paragraphs>
  <Slides>33</Slides>
  <Notes>6</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33</vt:i4>
      </vt:variant>
    </vt:vector>
  </HeadingPairs>
  <TitlesOfParts>
    <vt:vector size="41" baseType="lpstr">
      <vt:lpstr>Arial</vt:lpstr>
      <vt:lpstr>Calibri</vt:lpstr>
      <vt:lpstr>Calibri Light</vt:lpstr>
      <vt:lpstr>Century Gothic</vt:lpstr>
      <vt:lpstr>Google Sans</vt:lpstr>
      <vt:lpstr>Poppins</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adasdasd</dc:title>
  <dc:creator>Comunicaciones</dc:creator>
  <cp:lastModifiedBy>INSPECTOR</cp:lastModifiedBy>
  <cp:revision>75</cp:revision>
  <dcterms:created xsi:type="dcterms:W3CDTF">2024-07-06T13:32:39Z</dcterms:created>
  <dcterms:modified xsi:type="dcterms:W3CDTF">2026-02-27T13:16:08Z</dcterms:modified>
</cp:coreProperties>
</file>